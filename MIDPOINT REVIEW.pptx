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313" r:id="rId2"/>
    <p:sldId id="300" r:id="rId3"/>
    <p:sldId id="294" r:id="rId4"/>
    <p:sldId id="302" r:id="rId5"/>
    <p:sldId id="311" r:id="rId6"/>
    <p:sldId id="303" r:id="rId7"/>
    <p:sldId id="318" r:id="rId8"/>
    <p:sldId id="315" r:id="rId9"/>
    <p:sldId id="304" r:id="rId10"/>
    <p:sldId id="305" r:id="rId11"/>
    <p:sldId id="314" r:id="rId12"/>
    <p:sldId id="306" r:id="rId13"/>
    <p:sldId id="317" r:id="rId14"/>
  </p:sldIdLst>
  <p:sldSz cx="12192000" cy="6858000"/>
  <p:notesSz cx="6858000" cy="9144000"/>
  <p:defaultText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7841ECC-0FF9-1CD4-170F-83A5EEA378C5}" v="5" dt="2024-08-09T09:16:25.056"/>
    <p1510:client id="{E32175BE-A94A-4B96-988E-435A57B04EF9}" v="14" dt="2024-08-08T12:54:40.526"/>
    <p1510:client id="{F9EC5ED9-0C4B-F688-CD3F-A2337679FD5C}" v="37" dt="2024-08-08T12:56:27.136"/>
  </p1510:revLst>
</p1510:revInfo>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1432" autoAdjust="0"/>
  </p:normalViewPr>
  <p:slideViewPr>
    <p:cSldViewPr snapToGrid="0">
      <p:cViewPr>
        <p:scale>
          <a:sx n="75" d="100"/>
          <a:sy n="75" d="100"/>
        </p:scale>
        <p:origin x="-869" y="-9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rim Bouzoubaa" userId="S::karim.bouzoubaa@roehampton.ac.uk::a3a9a514-8abd-438f-9afe-5c96854afaee" providerId="AD" clId="Web-{6776EE0D-5186-EDB9-EEC0-E27C9BAE375E}"/>
    <pc:docChg chg="addSld modSld">
      <pc:chgData name="Karim Bouzoubaa" userId="S::karim.bouzoubaa@roehampton.ac.uk::a3a9a514-8abd-438f-9afe-5c96854afaee" providerId="AD" clId="Web-{6776EE0D-5186-EDB9-EEC0-E27C9BAE375E}" dt="2024-07-10T12:00:47.658" v="94" actId="20577"/>
      <pc:docMkLst>
        <pc:docMk/>
      </pc:docMkLst>
      <pc:sldChg chg="modSp">
        <pc:chgData name="Karim Bouzoubaa" userId="S::karim.bouzoubaa@roehampton.ac.uk::a3a9a514-8abd-438f-9afe-5c96854afaee" providerId="AD" clId="Web-{6776EE0D-5186-EDB9-EEC0-E27C9BAE375E}" dt="2024-07-10T12:00:39.032" v="91" actId="20577"/>
        <pc:sldMkLst>
          <pc:docMk/>
          <pc:sldMk cId="1817344442" sldId="302"/>
        </pc:sldMkLst>
        <pc:spChg chg="mod">
          <ac:chgData name="Karim Bouzoubaa" userId="S::karim.bouzoubaa@roehampton.ac.uk::a3a9a514-8abd-438f-9afe-5c96854afaee" providerId="AD" clId="Web-{6776EE0D-5186-EDB9-EEC0-E27C9BAE375E}" dt="2024-07-10T12:00:39.032" v="91" actId="20577"/>
          <ac:spMkLst>
            <pc:docMk/>
            <pc:sldMk cId="1817344442" sldId="302"/>
            <ac:spMk id="2" creationId="{72A96E8E-A0A7-36BB-F744-A2727B317ECB}"/>
          </ac:spMkLst>
        </pc:spChg>
      </pc:sldChg>
      <pc:sldChg chg="delSp modSp add">
        <pc:chgData name="Karim Bouzoubaa" userId="S::karim.bouzoubaa@roehampton.ac.uk::a3a9a514-8abd-438f-9afe-5c96854afaee" providerId="AD" clId="Web-{6776EE0D-5186-EDB9-EEC0-E27C9BAE375E}" dt="2024-07-10T12:00:47.658" v="94" actId="20577"/>
        <pc:sldMkLst>
          <pc:docMk/>
          <pc:sldMk cId="2292530509" sldId="311"/>
        </pc:sldMkLst>
        <pc:spChg chg="mod">
          <ac:chgData name="Karim Bouzoubaa" userId="S::karim.bouzoubaa@roehampton.ac.uk::a3a9a514-8abd-438f-9afe-5c96854afaee" providerId="AD" clId="Web-{6776EE0D-5186-EDB9-EEC0-E27C9BAE375E}" dt="2024-07-10T12:00:47.658" v="94" actId="20577"/>
          <ac:spMkLst>
            <pc:docMk/>
            <pc:sldMk cId="2292530509" sldId="311"/>
            <ac:spMk id="2" creationId="{10D3022A-DE3A-DDB6-DA5E-1C431E0059D9}"/>
          </ac:spMkLst>
        </pc:spChg>
        <pc:spChg chg="mod">
          <ac:chgData name="Karim Bouzoubaa" userId="S::karim.bouzoubaa@roehampton.ac.uk::a3a9a514-8abd-438f-9afe-5c96854afaee" providerId="AD" clId="Web-{6776EE0D-5186-EDB9-EEC0-E27C9BAE375E}" dt="2024-07-10T11:59:17.921" v="84" actId="20577"/>
          <ac:spMkLst>
            <pc:docMk/>
            <pc:sldMk cId="2292530509" sldId="311"/>
            <ac:spMk id="3" creationId="{0BC9A7BC-4FAF-68F0-47CA-4CAD17B43F3C}"/>
          </ac:spMkLst>
        </pc:spChg>
        <pc:spChg chg="del">
          <ac:chgData name="Karim Bouzoubaa" userId="S::karim.bouzoubaa@roehampton.ac.uk::a3a9a514-8abd-438f-9afe-5c96854afaee" providerId="AD" clId="Web-{6776EE0D-5186-EDB9-EEC0-E27C9BAE375E}" dt="2024-07-10T11:54:41.553" v="1"/>
          <ac:spMkLst>
            <pc:docMk/>
            <pc:sldMk cId="2292530509" sldId="311"/>
            <ac:spMk id="4" creationId="{FA41932C-AA8B-7E2C-D4CD-BCC30186CA11}"/>
          </ac:spMkLst>
        </pc:spChg>
      </pc:sldChg>
    </pc:docChg>
  </pc:docChgLst>
  <pc:docChgLst>
    <pc:chgData name="Karim Bouzoubaa" userId="S::karim.bouzoubaa@roehampton.ac.uk::a3a9a514-8abd-438f-9afe-5c96854afaee" providerId="AD" clId="Web-{C6E9E5F8-6458-F97B-60D2-53C24C8912D3}"/>
    <pc:docChg chg="addSld modSld">
      <pc:chgData name="Karim Bouzoubaa" userId="S::karim.bouzoubaa@roehampton.ac.uk::a3a9a514-8abd-438f-9afe-5c96854afaee" providerId="AD" clId="Web-{C6E9E5F8-6458-F97B-60D2-53C24C8912D3}" dt="2024-07-29T15:51:55.211" v="848" actId="20577"/>
      <pc:docMkLst>
        <pc:docMk/>
      </pc:docMkLst>
      <pc:sldChg chg="addSp modSp">
        <pc:chgData name="Karim Bouzoubaa" userId="S::karim.bouzoubaa@roehampton.ac.uk::a3a9a514-8abd-438f-9afe-5c96854afaee" providerId="AD" clId="Web-{C6E9E5F8-6458-F97B-60D2-53C24C8912D3}" dt="2024-07-29T12:17:31.434" v="75" actId="20577"/>
        <pc:sldMkLst>
          <pc:docMk/>
          <pc:sldMk cId="3999230286" sldId="265"/>
        </pc:sldMkLst>
        <pc:spChg chg="mod">
          <ac:chgData name="Karim Bouzoubaa" userId="S::karim.bouzoubaa@roehampton.ac.uk::a3a9a514-8abd-438f-9afe-5c96854afaee" providerId="AD" clId="Web-{C6E9E5F8-6458-F97B-60D2-53C24C8912D3}" dt="2024-07-29T12:15:10.320" v="40" actId="20577"/>
          <ac:spMkLst>
            <pc:docMk/>
            <pc:sldMk cId="3999230286" sldId="265"/>
            <ac:spMk id="2" creationId="{F2B3F4AD-9839-C0C0-D927-EEEF3AD674CB}"/>
          </ac:spMkLst>
        </pc:spChg>
        <pc:spChg chg="add mod">
          <ac:chgData name="Karim Bouzoubaa" userId="S::karim.bouzoubaa@roehampton.ac.uk::a3a9a514-8abd-438f-9afe-5c96854afaee" providerId="AD" clId="Web-{C6E9E5F8-6458-F97B-60D2-53C24C8912D3}" dt="2024-07-29T12:17:08.480" v="72" actId="20577"/>
          <ac:spMkLst>
            <pc:docMk/>
            <pc:sldMk cId="3999230286" sldId="265"/>
            <ac:spMk id="4" creationId="{4060847A-EE14-C513-3261-90AEF6F8B76E}"/>
          </ac:spMkLst>
        </pc:spChg>
        <pc:spChg chg="mod">
          <ac:chgData name="Karim Bouzoubaa" userId="S::karim.bouzoubaa@roehampton.ac.uk::a3a9a514-8abd-438f-9afe-5c96854afaee" providerId="AD" clId="Web-{C6E9E5F8-6458-F97B-60D2-53C24C8912D3}" dt="2024-07-29T12:17:31.434" v="75" actId="20577"/>
          <ac:spMkLst>
            <pc:docMk/>
            <pc:sldMk cId="3999230286" sldId="265"/>
            <ac:spMk id="8" creationId="{192D4E25-4A15-F302-45AF-52408EC6981E}"/>
          </ac:spMkLst>
        </pc:spChg>
        <pc:picChg chg="add mod modCrop">
          <ac:chgData name="Karim Bouzoubaa" userId="S::karim.bouzoubaa@roehampton.ac.uk::a3a9a514-8abd-438f-9afe-5c96854afaee" providerId="AD" clId="Web-{C6E9E5F8-6458-F97B-60D2-53C24C8912D3}" dt="2024-07-29T12:14:31.862" v="31" actId="1076"/>
          <ac:picMkLst>
            <pc:docMk/>
            <pc:sldMk cId="3999230286" sldId="265"/>
            <ac:picMk id="3" creationId="{1CD0A13F-3FB6-2E50-7238-5B993CF0AC7D}"/>
          </ac:picMkLst>
        </pc:picChg>
      </pc:sldChg>
      <pc:sldChg chg="modSp">
        <pc:chgData name="Karim Bouzoubaa" userId="S::karim.bouzoubaa@roehampton.ac.uk::a3a9a514-8abd-438f-9afe-5c96854afaee" providerId="AD" clId="Web-{C6E9E5F8-6458-F97B-60D2-53C24C8912D3}" dt="2024-07-29T12:26:54.268" v="348" actId="20577"/>
        <pc:sldMkLst>
          <pc:docMk/>
          <pc:sldMk cId="376204826" sldId="294"/>
        </pc:sldMkLst>
        <pc:spChg chg="mod">
          <ac:chgData name="Karim Bouzoubaa" userId="S::karim.bouzoubaa@roehampton.ac.uk::a3a9a514-8abd-438f-9afe-5c96854afaee" providerId="AD" clId="Web-{C6E9E5F8-6458-F97B-60D2-53C24C8912D3}" dt="2024-07-29T12:26:54.268" v="348" actId="20577"/>
          <ac:spMkLst>
            <pc:docMk/>
            <pc:sldMk cId="376204826" sldId="294"/>
            <ac:spMk id="4" creationId="{DB3C37E4-1F85-E1DF-6618-448C08528F39}"/>
          </ac:spMkLst>
        </pc:spChg>
      </pc:sldChg>
      <pc:sldChg chg="modSp">
        <pc:chgData name="Karim Bouzoubaa" userId="S::karim.bouzoubaa@roehampton.ac.uk::a3a9a514-8abd-438f-9afe-5c96854afaee" providerId="AD" clId="Web-{C6E9E5F8-6458-F97B-60D2-53C24C8912D3}" dt="2024-07-29T12:21:12.239" v="166" actId="20577"/>
        <pc:sldMkLst>
          <pc:docMk/>
          <pc:sldMk cId="3119384779" sldId="295"/>
        </pc:sldMkLst>
        <pc:spChg chg="mod">
          <ac:chgData name="Karim Bouzoubaa" userId="S::karim.bouzoubaa@roehampton.ac.uk::a3a9a514-8abd-438f-9afe-5c96854afaee" providerId="AD" clId="Web-{C6E9E5F8-6458-F97B-60D2-53C24C8912D3}" dt="2024-07-29T12:21:12.239" v="166" actId="20577"/>
          <ac:spMkLst>
            <pc:docMk/>
            <pc:sldMk cId="3119384779" sldId="295"/>
            <ac:spMk id="3" creationId="{B3D8BE41-72B7-2052-9EB9-9C51602780DC}"/>
          </ac:spMkLst>
        </pc:spChg>
      </pc:sldChg>
      <pc:sldChg chg="modSp">
        <pc:chgData name="Karim Bouzoubaa" userId="S::karim.bouzoubaa@roehampton.ac.uk::a3a9a514-8abd-438f-9afe-5c96854afaee" providerId="AD" clId="Web-{C6E9E5F8-6458-F97B-60D2-53C24C8912D3}" dt="2024-07-29T15:51:55.211" v="848" actId="20577"/>
        <pc:sldMkLst>
          <pc:docMk/>
          <pc:sldMk cId="3266900040" sldId="300"/>
        </pc:sldMkLst>
        <pc:spChg chg="mod">
          <ac:chgData name="Karim Bouzoubaa" userId="S::karim.bouzoubaa@roehampton.ac.uk::a3a9a514-8abd-438f-9afe-5c96854afaee" providerId="AD" clId="Web-{C6E9E5F8-6458-F97B-60D2-53C24C8912D3}" dt="2024-07-29T15:51:55.211" v="848" actId="20577"/>
          <ac:spMkLst>
            <pc:docMk/>
            <pc:sldMk cId="3266900040" sldId="300"/>
            <ac:spMk id="5" creationId="{09A24666-F6F9-55BE-8D5D-805779DFC591}"/>
          </ac:spMkLst>
        </pc:spChg>
      </pc:sldChg>
      <pc:sldChg chg="modSp">
        <pc:chgData name="Karim Bouzoubaa" userId="S::karim.bouzoubaa@roehampton.ac.uk::a3a9a514-8abd-438f-9afe-5c96854afaee" providerId="AD" clId="Web-{C6E9E5F8-6458-F97B-60D2-53C24C8912D3}" dt="2024-07-29T15:35:43.433" v="360" actId="20577"/>
        <pc:sldMkLst>
          <pc:docMk/>
          <pc:sldMk cId="311493149" sldId="303"/>
        </pc:sldMkLst>
        <pc:spChg chg="mod">
          <ac:chgData name="Karim Bouzoubaa" userId="S::karim.bouzoubaa@roehampton.ac.uk::a3a9a514-8abd-438f-9afe-5c96854afaee" providerId="AD" clId="Web-{C6E9E5F8-6458-F97B-60D2-53C24C8912D3}" dt="2024-07-29T15:35:43.433" v="360" actId="20577"/>
          <ac:spMkLst>
            <pc:docMk/>
            <pc:sldMk cId="311493149" sldId="303"/>
            <ac:spMk id="3" creationId="{486602FF-00EB-DC2D-26EC-24DDBEAD09AA}"/>
          </ac:spMkLst>
        </pc:spChg>
      </pc:sldChg>
      <pc:sldChg chg="modSp">
        <pc:chgData name="Karim Bouzoubaa" userId="S::karim.bouzoubaa@roehampton.ac.uk::a3a9a514-8abd-438f-9afe-5c96854afaee" providerId="AD" clId="Web-{C6E9E5F8-6458-F97B-60D2-53C24C8912D3}" dt="2024-07-29T15:36:02.418" v="365" actId="20577"/>
        <pc:sldMkLst>
          <pc:docMk/>
          <pc:sldMk cId="1942258377" sldId="304"/>
        </pc:sldMkLst>
        <pc:spChg chg="mod">
          <ac:chgData name="Karim Bouzoubaa" userId="S::karim.bouzoubaa@roehampton.ac.uk::a3a9a514-8abd-438f-9afe-5c96854afaee" providerId="AD" clId="Web-{C6E9E5F8-6458-F97B-60D2-53C24C8912D3}" dt="2024-07-29T15:36:02.418" v="365" actId="20577"/>
          <ac:spMkLst>
            <pc:docMk/>
            <pc:sldMk cId="1942258377" sldId="304"/>
            <ac:spMk id="3" creationId="{486602FF-00EB-DC2D-26EC-24DDBEAD09AA}"/>
          </ac:spMkLst>
        </pc:spChg>
      </pc:sldChg>
      <pc:sldChg chg="modSp">
        <pc:chgData name="Karim Bouzoubaa" userId="S::karim.bouzoubaa@roehampton.ac.uk::a3a9a514-8abd-438f-9afe-5c96854afaee" providerId="AD" clId="Web-{C6E9E5F8-6458-F97B-60D2-53C24C8912D3}" dt="2024-07-29T15:50:31.178" v="843" actId="20577"/>
        <pc:sldMkLst>
          <pc:docMk/>
          <pc:sldMk cId="3219584906" sldId="306"/>
        </pc:sldMkLst>
        <pc:spChg chg="mod">
          <ac:chgData name="Karim Bouzoubaa" userId="S::karim.bouzoubaa@roehampton.ac.uk::a3a9a514-8abd-438f-9afe-5c96854afaee" providerId="AD" clId="Web-{C6E9E5F8-6458-F97B-60D2-53C24C8912D3}" dt="2024-07-29T15:44:56.197" v="660" actId="20577"/>
          <ac:spMkLst>
            <pc:docMk/>
            <pc:sldMk cId="3219584906" sldId="306"/>
            <ac:spMk id="2" creationId="{0D912D1E-3046-D830-B039-050450805597}"/>
          </ac:spMkLst>
        </pc:spChg>
        <pc:spChg chg="mod">
          <ac:chgData name="Karim Bouzoubaa" userId="S::karim.bouzoubaa@roehampton.ac.uk::a3a9a514-8abd-438f-9afe-5c96854afaee" providerId="AD" clId="Web-{C6E9E5F8-6458-F97B-60D2-53C24C8912D3}" dt="2024-07-29T15:50:31.178" v="843" actId="20577"/>
          <ac:spMkLst>
            <pc:docMk/>
            <pc:sldMk cId="3219584906" sldId="306"/>
            <ac:spMk id="3" creationId="{486602FF-00EB-DC2D-26EC-24DDBEAD09AA}"/>
          </ac:spMkLst>
        </pc:spChg>
      </pc:sldChg>
      <pc:sldChg chg="modSp add replId">
        <pc:chgData name="Karim Bouzoubaa" userId="S::karim.bouzoubaa@roehampton.ac.uk::a3a9a514-8abd-438f-9afe-5c96854afaee" providerId="AD" clId="Web-{C6E9E5F8-6458-F97B-60D2-53C24C8912D3}" dt="2024-07-29T15:44:47.494" v="655" actId="20577"/>
        <pc:sldMkLst>
          <pc:docMk/>
          <pc:sldMk cId="2551701566" sldId="312"/>
        </pc:sldMkLst>
        <pc:spChg chg="mod">
          <ac:chgData name="Karim Bouzoubaa" userId="S::karim.bouzoubaa@roehampton.ac.uk::a3a9a514-8abd-438f-9afe-5c96854afaee" providerId="AD" clId="Web-{C6E9E5F8-6458-F97B-60D2-53C24C8912D3}" dt="2024-07-29T15:36:27.481" v="371" actId="20577"/>
          <ac:spMkLst>
            <pc:docMk/>
            <pc:sldMk cId="2551701566" sldId="312"/>
            <ac:spMk id="2" creationId="{0D912D1E-3046-D830-B039-050450805597}"/>
          </ac:spMkLst>
        </pc:spChg>
        <pc:spChg chg="mod">
          <ac:chgData name="Karim Bouzoubaa" userId="S::karim.bouzoubaa@roehampton.ac.uk::a3a9a514-8abd-438f-9afe-5c96854afaee" providerId="AD" clId="Web-{C6E9E5F8-6458-F97B-60D2-53C24C8912D3}" dt="2024-07-29T15:44:47.494" v="655" actId="20577"/>
          <ac:spMkLst>
            <pc:docMk/>
            <pc:sldMk cId="2551701566" sldId="312"/>
            <ac:spMk id="3" creationId="{486602FF-00EB-DC2D-26EC-24DDBEAD09AA}"/>
          </ac:spMkLst>
        </pc:spChg>
      </pc:sldChg>
    </pc:docChg>
  </pc:docChgLst>
  <pc:docChgLst>
    <pc:chgData name="Karim Bouzoubaa" userId="S::karim.bouzoubaa@roehampton.ac.uk::a3a9a514-8abd-438f-9afe-5c96854afaee" providerId="AD" clId="Web-{1E49F942-C3E8-1326-13CD-7DE983A2EFE2}"/>
    <pc:docChg chg="delSld modSld">
      <pc:chgData name="Karim Bouzoubaa" userId="S::karim.bouzoubaa@roehampton.ac.uk::a3a9a514-8abd-438f-9afe-5c96854afaee" providerId="AD" clId="Web-{1E49F942-C3E8-1326-13CD-7DE983A2EFE2}" dt="2024-07-04T12:42:26.202" v="169"/>
      <pc:docMkLst>
        <pc:docMk/>
      </pc:docMkLst>
      <pc:sldChg chg="del">
        <pc:chgData name="Karim Bouzoubaa" userId="S::karim.bouzoubaa@roehampton.ac.uk::a3a9a514-8abd-438f-9afe-5c96854afaee" providerId="AD" clId="Web-{1E49F942-C3E8-1326-13CD-7DE983A2EFE2}" dt="2024-07-04T12:40:18.870" v="115"/>
        <pc:sldMkLst>
          <pc:docMk/>
          <pc:sldMk cId="1937034263" sldId="256"/>
        </pc:sldMkLst>
      </pc:sldChg>
      <pc:sldChg chg="del">
        <pc:chgData name="Karim Bouzoubaa" userId="S::karim.bouzoubaa@roehampton.ac.uk::a3a9a514-8abd-438f-9afe-5c96854afaee" providerId="AD" clId="Web-{1E49F942-C3E8-1326-13CD-7DE983A2EFE2}" dt="2024-07-04T12:40:18.870" v="114"/>
        <pc:sldMkLst>
          <pc:docMk/>
          <pc:sldMk cId="3910292946" sldId="257"/>
        </pc:sldMkLst>
      </pc:sldChg>
      <pc:sldChg chg="del">
        <pc:chgData name="Karim Bouzoubaa" userId="S::karim.bouzoubaa@roehampton.ac.uk::a3a9a514-8abd-438f-9afe-5c96854afaee" providerId="AD" clId="Web-{1E49F942-C3E8-1326-13CD-7DE983A2EFE2}" dt="2024-07-04T12:40:18.870" v="112"/>
        <pc:sldMkLst>
          <pc:docMk/>
          <pc:sldMk cId="2719735654" sldId="258"/>
        </pc:sldMkLst>
      </pc:sldChg>
      <pc:sldChg chg="del">
        <pc:chgData name="Karim Bouzoubaa" userId="S::karim.bouzoubaa@roehampton.ac.uk::a3a9a514-8abd-438f-9afe-5c96854afaee" providerId="AD" clId="Web-{1E49F942-C3E8-1326-13CD-7DE983A2EFE2}" dt="2024-07-04T12:40:18.870" v="111"/>
        <pc:sldMkLst>
          <pc:docMk/>
          <pc:sldMk cId="452399947" sldId="259"/>
        </pc:sldMkLst>
      </pc:sldChg>
      <pc:sldChg chg="del">
        <pc:chgData name="Karim Bouzoubaa" userId="S::karim.bouzoubaa@roehampton.ac.uk::a3a9a514-8abd-438f-9afe-5c96854afaee" providerId="AD" clId="Web-{1E49F942-C3E8-1326-13CD-7DE983A2EFE2}" dt="2024-07-04T12:40:18.870" v="113"/>
        <pc:sldMkLst>
          <pc:docMk/>
          <pc:sldMk cId="234048916" sldId="260"/>
        </pc:sldMkLst>
      </pc:sldChg>
      <pc:sldChg chg="del">
        <pc:chgData name="Karim Bouzoubaa" userId="S::karim.bouzoubaa@roehampton.ac.uk::a3a9a514-8abd-438f-9afe-5c96854afaee" providerId="AD" clId="Web-{1E49F942-C3E8-1326-13CD-7DE983A2EFE2}" dt="2024-07-04T12:40:18.870" v="110"/>
        <pc:sldMkLst>
          <pc:docMk/>
          <pc:sldMk cId="240533195" sldId="261"/>
        </pc:sldMkLst>
      </pc:sldChg>
      <pc:sldChg chg="del">
        <pc:chgData name="Karim Bouzoubaa" userId="S::karim.bouzoubaa@roehampton.ac.uk::a3a9a514-8abd-438f-9afe-5c96854afaee" providerId="AD" clId="Web-{1E49F942-C3E8-1326-13CD-7DE983A2EFE2}" dt="2024-07-04T12:40:18.870" v="109"/>
        <pc:sldMkLst>
          <pc:docMk/>
          <pc:sldMk cId="2138800616" sldId="262"/>
        </pc:sldMkLst>
      </pc:sldChg>
      <pc:sldChg chg="del">
        <pc:chgData name="Karim Bouzoubaa" userId="S::karim.bouzoubaa@roehampton.ac.uk::a3a9a514-8abd-438f-9afe-5c96854afaee" providerId="AD" clId="Web-{1E49F942-C3E8-1326-13CD-7DE983A2EFE2}" dt="2024-07-04T12:40:18.870" v="108"/>
        <pc:sldMkLst>
          <pc:docMk/>
          <pc:sldMk cId="2992278026" sldId="263"/>
        </pc:sldMkLst>
      </pc:sldChg>
      <pc:sldChg chg="del">
        <pc:chgData name="Karim Bouzoubaa" userId="S::karim.bouzoubaa@roehampton.ac.uk::a3a9a514-8abd-438f-9afe-5c96854afaee" providerId="AD" clId="Web-{1E49F942-C3E8-1326-13CD-7DE983A2EFE2}" dt="2024-07-04T12:40:18.870" v="107"/>
        <pc:sldMkLst>
          <pc:docMk/>
          <pc:sldMk cId="2544504913" sldId="264"/>
        </pc:sldMkLst>
      </pc:sldChg>
      <pc:sldChg chg="modSp">
        <pc:chgData name="Karim Bouzoubaa" userId="S::karim.bouzoubaa@roehampton.ac.uk::a3a9a514-8abd-438f-9afe-5c96854afaee" providerId="AD" clId="Web-{1E49F942-C3E8-1326-13CD-7DE983A2EFE2}" dt="2024-07-04T12:42:18.123" v="168" actId="1076"/>
        <pc:sldMkLst>
          <pc:docMk/>
          <pc:sldMk cId="3119384779" sldId="295"/>
        </pc:sldMkLst>
        <pc:spChg chg="mod">
          <ac:chgData name="Karim Bouzoubaa" userId="S::karim.bouzoubaa@roehampton.ac.uk::a3a9a514-8abd-438f-9afe-5c96854afaee" providerId="AD" clId="Web-{1E49F942-C3E8-1326-13CD-7DE983A2EFE2}" dt="2024-07-04T12:42:13.498" v="167" actId="14100"/>
          <ac:spMkLst>
            <pc:docMk/>
            <pc:sldMk cId="3119384779" sldId="295"/>
            <ac:spMk id="2" creationId="{4CB0D0A2-FA1E-9275-40BD-1A574184F247}"/>
          </ac:spMkLst>
        </pc:spChg>
        <pc:spChg chg="mod">
          <ac:chgData name="Karim Bouzoubaa" userId="S::karim.bouzoubaa@roehampton.ac.uk::a3a9a514-8abd-438f-9afe-5c96854afaee" providerId="AD" clId="Web-{1E49F942-C3E8-1326-13CD-7DE983A2EFE2}" dt="2024-07-04T12:42:18.123" v="168" actId="1076"/>
          <ac:spMkLst>
            <pc:docMk/>
            <pc:sldMk cId="3119384779" sldId="295"/>
            <ac:spMk id="3" creationId="{B3D8BE41-72B7-2052-9EB9-9C51602780DC}"/>
          </ac:spMkLst>
        </pc:spChg>
      </pc:sldChg>
      <pc:sldChg chg="del">
        <pc:chgData name="Karim Bouzoubaa" userId="S::karim.bouzoubaa@roehampton.ac.uk::a3a9a514-8abd-438f-9afe-5c96854afaee" providerId="AD" clId="Web-{1E49F942-C3E8-1326-13CD-7DE983A2EFE2}" dt="2024-07-04T12:42:26.202" v="169"/>
        <pc:sldMkLst>
          <pc:docMk/>
          <pc:sldMk cId="1289168055" sldId="301"/>
        </pc:sldMkLst>
      </pc:sldChg>
      <pc:sldChg chg="modSp">
        <pc:chgData name="Karim Bouzoubaa" userId="S::karim.bouzoubaa@roehampton.ac.uk::a3a9a514-8abd-438f-9afe-5c96854afaee" providerId="AD" clId="Web-{1E49F942-C3E8-1326-13CD-7DE983A2EFE2}" dt="2024-07-04T12:37:56.069" v="93" actId="20577"/>
        <pc:sldMkLst>
          <pc:docMk/>
          <pc:sldMk cId="1817344442" sldId="302"/>
        </pc:sldMkLst>
        <pc:spChg chg="mod">
          <ac:chgData name="Karim Bouzoubaa" userId="S::karim.bouzoubaa@roehampton.ac.uk::a3a9a514-8abd-438f-9afe-5c96854afaee" providerId="AD" clId="Web-{1E49F942-C3E8-1326-13CD-7DE983A2EFE2}" dt="2024-07-04T12:37:56.069" v="93" actId="20577"/>
          <ac:spMkLst>
            <pc:docMk/>
            <pc:sldMk cId="1817344442" sldId="302"/>
            <ac:spMk id="3" creationId="{9C671AC4-D5A7-520C-D43D-40151EE7E5A5}"/>
          </ac:spMkLst>
        </pc:spChg>
      </pc:sldChg>
      <pc:sldChg chg="modSp">
        <pc:chgData name="Karim Bouzoubaa" userId="S::karim.bouzoubaa@roehampton.ac.uk::a3a9a514-8abd-438f-9afe-5c96854afaee" providerId="AD" clId="Web-{1E49F942-C3E8-1326-13CD-7DE983A2EFE2}" dt="2024-07-04T12:38:59.961" v="96" actId="20577"/>
        <pc:sldMkLst>
          <pc:docMk/>
          <pc:sldMk cId="3219584906" sldId="306"/>
        </pc:sldMkLst>
        <pc:spChg chg="mod">
          <ac:chgData name="Karim Bouzoubaa" userId="S::karim.bouzoubaa@roehampton.ac.uk::a3a9a514-8abd-438f-9afe-5c96854afaee" providerId="AD" clId="Web-{1E49F942-C3E8-1326-13CD-7DE983A2EFE2}" dt="2024-07-04T12:38:59.961" v="96" actId="20577"/>
          <ac:spMkLst>
            <pc:docMk/>
            <pc:sldMk cId="3219584906" sldId="306"/>
            <ac:spMk id="3" creationId="{486602FF-00EB-DC2D-26EC-24DDBEAD09AA}"/>
          </ac:spMkLst>
        </pc:spChg>
      </pc:sldChg>
    </pc:docChg>
  </pc:docChgLst>
  <pc:docChgLst>
    <pc:chgData name="Karim Bouzoubaa" userId="S::karim.bouzoubaa@roehampton.ac.uk::a3a9a514-8abd-438f-9afe-5c96854afaee" providerId="AD" clId="Web-{37841ECC-0FF9-1CD4-170F-83A5EEA378C5}"/>
    <pc:docChg chg="delSld modSld">
      <pc:chgData name="Karim Bouzoubaa" userId="S::karim.bouzoubaa@roehampton.ac.uk::a3a9a514-8abd-438f-9afe-5c96854afaee" providerId="AD" clId="Web-{37841ECC-0FF9-1CD4-170F-83A5EEA378C5}" dt="2024-08-09T09:16:25.056" v="3"/>
      <pc:docMkLst>
        <pc:docMk/>
      </pc:docMkLst>
      <pc:sldChg chg="modSp">
        <pc:chgData name="Karim Bouzoubaa" userId="S::karim.bouzoubaa@roehampton.ac.uk::a3a9a514-8abd-438f-9afe-5c96854afaee" providerId="AD" clId="Web-{37841ECC-0FF9-1CD4-170F-83A5EEA378C5}" dt="2024-08-09T09:15:01.333" v="2" actId="20577"/>
        <pc:sldMkLst>
          <pc:docMk/>
          <pc:sldMk cId="3266900040" sldId="300"/>
        </pc:sldMkLst>
        <pc:spChg chg="mod">
          <ac:chgData name="Karim Bouzoubaa" userId="S::karim.bouzoubaa@roehampton.ac.uk::a3a9a514-8abd-438f-9afe-5c96854afaee" providerId="AD" clId="Web-{37841ECC-0FF9-1CD4-170F-83A5EEA378C5}" dt="2024-08-09T09:15:01.333" v="2" actId="20577"/>
          <ac:spMkLst>
            <pc:docMk/>
            <pc:sldMk cId="3266900040" sldId="300"/>
            <ac:spMk id="5" creationId="{09A24666-F6F9-55BE-8D5D-805779DFC591}"/>
          </ac:spMkLst>
        </pc:spChg>
      </pc:sldChg>
      <pc:sldChg chg="del">
        <pc:chgData name="Karim Bouzoubaa" userId="S::karim.bouzoubaa@roehampton.ac.uk::a3a9a514-8abd-438f-9afe-5c96854afaee" providerId="AD" clId="Web-{37841ECC-0FF9-1CD4-170F-83A5EEA378C5}" dt="2024-08-09T09:16:25.056" v="3"/>
        <pc:sldMkLst>
          <pc:docMk/>
          <pc:sldMk cId="2101574563" sldId="314"/>
        </pc:sldMkLst>
      </pc:sldChg>
    </pc:docChg>
  </pc:docChgLst>
  <pc:docChgLst>
    <pc:chgData name="Mohammad Javaheri" userId="S::mohammad.javaheri@roehampton.ac.uk::72c5dde4-b71e-4bed-a6d4-7809695308b0" providerId="AD" clId="Web-{E32175BE-A94A-4B96-988E-435A57B04EF9}"/>
    <pc:docChg chg="addSld sldOrd">
      <pc:chgData name="Mohammad Javaheri" userId="S::mohammad.javaheri@roehampton.ac.uk::72c5dde4-b71e-4bed-a6d4-7809695308b0" providerId="AD" clId="Web-{E32175BE-A94A-4B96-988E-435A57B04EF9}" dt="2024-08-08T12:54:40.526" v="12"/>
      <pc:docMkLst>
        <pc:docMk/>
      </pc:docMkLst>
      <pc:sldChg chg="ord">
        <pc:chgData name="Mohammad Javaheri" userId="S::mohammad.javaheri@roehampton.ac.uk::72c5dde4-b71e-4bed-a6d4-7809695308b0" providerId="AD" clId="Web-{E32175BE-A94A-4B96-988E-435A57B04EF9}" dt="2024-08-08T12:54:40.526" v="12"/>
        <pc:sldMkLst>
          <pc:docMk/>
          <pc:sldMk cId="3999230286" sldId="265"/>
        </pc:sldMkLst>
      </pc:sldChg>
      <pc:sldChg chg="add">
        <pc:chgData name="Mohammad Javaheri" userId="S::mohammad.javaheri@roehampton.ac.uk::72c5dde4-b71e-4bed-a6d4-7809695308b0" providerId="AD" clId="Web-{E32175BE-A94A-4B96-988E-435A57B04EF9}" dt="2024-08-08T12:54:29.588" v="0"/>
        <pc:sldMkLst>
          <pc:docMk/>
          <pc:sldMk cId="2656287171" sldId="313"/>
        </pc:sldMkLst>
      </pc:sldChg>
      <pc:sldChg chg="add">
        <pc:chgData name="Mohammad Javaheri" userId="S::mohammad.javaheri@roehampton.ac.uk::72c5dde4-b71e-4bed-a6d4-7809695308b0" providerId="AD" clId="Web-{E32175BE-A94A-4B96-988E-435A57B04EF9}" dt="2024-08-08T12:54:29.588" v="1"/>
        <pc:sldMkLst>
          <pc:docMk/>
          <pc:sldMk cId="1190664176" sldId="314"/>
        </pc:sldMkLst>
      </pc:sldChg>
      <pc:sldChg chg="add">
        <pc:chgData name="Mohammad Javaheri" userId="S::mohammad.javaheri@roehampton.ac.uk::72c5dde4-b71e-4bed-a6d4-7809695308b0" providerId="AD" clId="Web-{E32175BE-A94A-4B96-988E-435A57B04EF9}" dt="2024-08-08T12:54:29.604" v="2"/>
        <pc:sldMkLst>
          <pc:docMk/>
          <pc:sldMk cId="1457794330" sldId="315"/>
        </pc:sldMkLst>
      </pc:sldChg>
      <pc:sldChg chg="add">
        <pc:chgData name="Mohammad Javaheri" userId="S::mohammad.javaheri@roehampton.ac.uk::72c5dde4-b71e-4bed-a6d4-7809695308b0" providerId="AD" clId="Web-{E32175BE-A94A-4B96-988E-435A57B04EF9}" dt="2024-08-08T12:54:29.604" v="3"/>
        <pc:sldMkLst>
          <pc:docMk/>
          <pc:sldMk cId="3994608740" sldId="316"/>
        </pc:sldMkLst>
      </pc:sldChg>
      <pc:sldChg chg="add">
        <pc:chgData name="Mohammad Javaheri" userId="S::mohammad.javaheri@roehampton.ac.uk::72c5dde4-b71e-4bed-a6d4-7809695308b0" providerId="AD" clId="Web-{E32175BE-A94A-4B96-988E-435A57B04EF9}" dt="2024-08-08T12:54:29.604" v="4"/>
        <pc:sldMkLst>
          <pc:docMk/>
          <pc:sldMk cId="3341964279" sldId="317"/>
        </pc:sldMkLst>
      </pc:sldChg>
      <pc:sldChg chg="add">
        <pc:chgData name="Mohammad Javaheri" userId="S::mohammad.javaheri@roehampton.ac.uk::72c5dde4-b71e-4bed-a6d4-7809695308b0" providerId="AD" clId="Web-{E32175BE-A94A-4B96-988E-435A57B04EF9}" dt="2024-08-08T12:54:29.604" v="5"/>
        <pc:sldMkLst>
          <pc:docMk/>
          <pc:sldMk cId="4262811898" sldId="318"/>
        </pc:sldMkLst>
      </pc:sldChg>
      <pc:sldChg chg="add">
        <pc:chgData name="Mohammad Javaheri" userId="S::mohammad.javaheri@roehampton.ac.uk::72c5dde4-b71e-4bed-a6d4-7809695308b0" providerId="AD" clId="Web-{E32175BE-A94A-4B96-988E-435A57B04EF9}" dt="2024-08-08T12:54:29.604" v="6"/>
        <pc:sldMkLst>
          <pc:docMk/>
          <pc:sldMk cId="2864531981" sldId="319"/>
        </pc:sldMkLst>
      </pc:sldChg>
      <pc:sldChg chg="add">
        <pc:chgData name="Mohammad Javaheri" userId="S::mohammad.javaheri@roehampton.ac.uk::72c5dde4-b71e-4bed-a6d4-7809695308b0" providerId="AD" clId="Web-{E32175BE-A94A-4B96-988E-435A57B04EF9}" dt="2024-08-08T12:54:29.604" v="7"/>
        <pc:sldMkLst>
          <pc:docMk/>
          <pc:sldMk cId="374563348" sldId="320"/>
        </pc:sldMkLst>
      </pc:sldChg>
      <pc:sldChg chg="add">
        <pc:chgData name="Mohammad Javaheri" userId="S::mohammad.javaheri@roehampton.ac.uk::72c5dde4-b71e-4bed-a6d4-7809695308b0" providerId="AD" clId="Web-{E32175BE-A94A-4B96-988E-435A57B04EF9}" dt="2024-08-08T12:54:29.619" v="8"/>
        <pc:sldMkLst>
          <pc:docMk/>
          <pc:sldMk cId="4089697707" sldId="321"/>
        </pc:sldMkLst>
      </pc:sldChg>
      <pc:sldChg chg="add">
        <pc:chgData name="Mohammad Javaheri" userId="S::mohammad.javaheri@roehampton.ac.uk::72c5dde4-b71e-4bed-a6d4-7809695308b0" providerId="AD" clId="Web-{E32175BE-A94A-4B96-988E-435A57B04EF9}" dt="2024-08-08T12:54:29.619" v="9"/>
        <pc:sldMkLst>
          <pc:docMk/>
          <pc:sldMk cId="1699228346" sldId="322"/>
        </pc:sldMkLst>
      </pc:sldChg>
      <pc:sldChg chg="add">
        <pc:chgData name="Mohammad Javaheri" userId="S::mohammad.javaheri@roehampton.ac.uk::72c5dde4-b71e-4bed-a6d4-7809695308b0" providerId="AD" clId="Web-{E32175BE-A94A-4B96-988E-435A57B04EF9}" dt="2024-08-08T12:54:29.619" v="10"/>
        <pc:sldMkLst>
          <pc:docMk/>
          <pc:sldMk cId="1082986745" sldId="323"/>
        </pc:sldMkLst>
      </pc:sldChg>
    </pc:docChg>
  </pc:docChgLst>
  <pc:docChgLst>
    <pc:chgData clId="Web-{E32175BE-A94A-4B96-988E-435A57B04EF9}"/>
    <pc:docChg chg="modSld">
      <pc:chgData name="" userId="" providerId="" clId="Web-{E32175BE-A94A-4B96-988E-435A57B04EF9}" dt="2024-08-08T12:45:21.647" v="0"/>
      <pc:docMkLst>
        <pc:docMk/>
      </pc:docMkLst>
      <pc:sldChg chg="delSp">
        <pc:chgData name="" userId="" providerId="" clId="Web-{E32175BE-A94A-4B96-988E-435A57B04EF9}" dt="2024-08-08T12:45:21.647" v="0"/>
        <pc:sldMkLst>
          <pc:docMk/>
          <pc:sldMk cId="3999230286" sldId="265"/>
        </pc:sldMkLst>
        <pc:picChg chg="del">
          <ac:chgData name="" userId="" providerId="" clId="Web-{E32175BE-A94A-4B96-988E-435A57B04EF9}" dt="2024-08-08T12:45:21.647" v="0"/>
          <ac:picMkLst>
            <pc:docMk/>
            <pc:sldMk cId="3999230286" sldId="265"/>
            <ac:picMk id="3" creationId="{1CD0A13F-3FB6-2E50-7238-5B993CF0AC7D}"/>
          </ac:picMkLst>
        </pc:picChg>
      </pc:sldChg>
    </pc:docChg>
  </pc:docChgLst>
  <pc:docChgLst>
    <pc:chgData name="Mohammad Javaheri" userId="S::mohammad.javaheri@roehampton.ac.uk::72c5dde4-b71e-4bed-a6d4-7809695308b0" providerId="AD" clId="Web-{BB3567F1-54C9-48EF-F025-50DC8A13A8E4}"/>
    <pc:docChg chg="addSld delSld modSld sldOrd">
      <pc:chgData name="Mohammad Javaheri" userId="S::mohammad.javaheri@roehampton.ac.uk::72c5dde4-b71e-4bed-a6d4-7809695308b0" providerId="AD" clId="Web-{BB3567F1-54C9-48EF-F025-50DC8A13A8E4}" dt="2024-07-04T12:14:37.414" v="47" actId="20577"/>
      <pc:docMkLst>
        <pc:docMk/>
      </pc:docMkLst>
      <pc:sldChg chg="ord">
        <pc:chgData name="Mohammad Javaheri" userId="S::mohammad.javaheri@roehampton.ac.uk::72c5dde4-b71e-4bed-a6d4-7809695308b0" providerId="AD" clId="Web-{BB3567F1-54C9-48EF-F025-50DC8A13A8E4}" dt="2024-07-04T12:13:13.299" v="37"/>
        <pc:sldMkLst>
          <pc:docMk/>
          <pc:sldMk cId="1937034263" sldId="256"/>
        </pc:sldMkLst>
      </pc:sldChg>
      <pc:sldChg chg="add del">
        <pc:chgData name="Mohammad Javaheri" userId="S::mohammad.javaheri@roehampton.ac.uk::72c5dde4-b71e-4bed-a6d4-7809695308b0" providerId="AD" clId="Web-{BB3567F1-54C9-48EF-F025-50DC8A13A8E4}" dt="2024-07-04T12:12:43.282" v="22"/>
        <pc:sldMkLst>
          <pc:docMk/>
          <pc:sldMk cId="3999230286" sldId="265"/>
        </pc:sldMkLst>
      </pc:sldChg>
      <pc:sldChg chg="add del">
        <pc:chgData name="Mohammad Javaheri" userId="S::mohammad.javaheri@roehampton.ac.uk::72c5dde4-b71e-4bed-a6d4-7809695308b0" providerId="AD" clId="Web-{BB3567F1-54C9-48EF-F025-50DC8A13A8E4}" dt="2024-07-04T12:12:43.313" v="25"/>
        <pc:sldMkLst>
          <pc:docMk/>
          <pc:sldMk cId="376204826" sldId="294"/>
        </pc:sldMkLst>
      </pc:sldChg>
      <pc:sldChg chg="modSp add del">
        <pc:chgData name="Mohammad Javaheri" userId="S::mohammad.javaheri@roehampton.ac.uk::72c5dde4-b71e-4bed-a6d4-7809695308b0" providerId="AD" clId="Web-{BB3567F1-54C9-48EF-F025-50DC8A13A8E4}" dt="2024-07-04T12:13:52.755" v="39" actId="20577"/>
        <pc:sldMkLst>
          <pc:docMk/>
          <pc:sldMk cId="3119384779" sldId="295"/>
        </pc:sldMkLst>
        <pc:spChg chg="mod">
          <ac:chgData name="Mohammad Javaheri" userId="S::mohammad.javaheri@roehampton.ac.uk::72c5dde4-b71e-4bed-a6d4-7809695308b0" providerId="AD" clId="Web-{BB3567F1-54C9-48EF-F025-50DC8A13A8E4}" dt="2024-07-04T12:13:52.755" v="39" actId="20577"/>
          <ac:spMkLst>
            <pc:docMk/>
            <pc:sldMk cId="3119384779" sldId="295"/>
            <ac:spMk id="3" creationId="{B3D8BE41-72B7-2052-9EB9-9C51602780DC}"/>
          </ac:spMkLst>
        </pc:spChg>
      </pc:sldChg>
      <pc:sldChg chg="add del">
        <pc:chgData name="Mohammad Javaheri" userId="S::mohammad.javaheri@roehampton.ac.uk::72c5dde4-b71e-4bed-a6d4-7809695308b0" providerId="AD" clId="Web-{BB3567F1-54C9-48EF-F025-50DC8A13A8E4}" dt="2024-07-04T12:12:43.298" v="24"/>
        <pc:sldMkLst>
          <pc:docMk/>
          <pc:sldMk cId="3266900040" sldId="300"/>
        </pc:sldMkLst>
      </pc:sldChg>
      <pc:sldChg chg="add del">
        <pc:chgData name="Mohammad Javaheri" userId="S::mohammad.javaheri@roehampton.ac.uk::72c5dde4-b71e-4bed-a6d4-7809695308b0" providerId="AD" clId="Web-{BB3567F1-54C9-48EF-F025-50DC8A13A8E4}" dt="2024-07-04T12:12:43.329" v="31"/>
        <pc:sldMkLst>
          <pc:docMk/>
          <pc:sldMk cId="1289168055" sldId="301"/>
        </pc:sldMkLst>
      </pc:sldChg>
      <pc:sldChg chg="add del">
        <pc:chgData name="Mohammad Javaheri" userId="S::mohammad.javaheri@roehampton.ac.uk::72c5dde4-b71e-4bed-a6d4-7809695308b0" providerId="AD" clId="Web-{BB3567F1-54C9-48EF-F025-50DC8A13A8E4}" dt="2024-07-04T12:12:43.313" v="26"/>
        <pc:sldMkLst>
          <pc:docMk/>
          <pc:sldMk cId="1817344442" sldId="302"/>
        </pc:sldMkLst>
      </pc:sldChg>
      <pc:sldChg chg="add">
        <pc:chgData name="Mohammad Javaheri" userId="S::mohammad.javaheri@roehampton.ac.uk::72c5dde4-b71e-4bed-a6d4-7809695308b0" providerId="AD" clId="Web-{BB3567F1-54C9-48EF-F025-50DC8A13A8E4}" dt="2024-07-04T12:12:43.313" v="27"/>
        <pc:sldMkLst>
          <pc:docMk/>
          <pc:sldMk cId="311493149" sldId="303"/>
        </pc:sldMkLst>
      </pc:sldChg>
      <pc:sldChg chg="add del">
        <pc:chgData name="Mohammad Javaheri" userId="S::mohammad.javaheri@roehampton.ac.uk::72c5dde4-b71e-4bed-a6d4-7809695308b0" providerId="AD" clId="Web-{BB3567F1-54C9-48EF-F025-50DC8A13A8E4}" dt="2024-07-04T12:12:39.891" v="16"/>
        <pc:sldMkLst>
          <pc:docMk/>
          <pc:sldMk cId="2599555092" sldId="303"/>
        </pc:sldMkLst>
      </pc:sldChg>
      <pc:sldChg chg="add del">
        <pc:chgData name="Mohammad Javaheri" userId="S::mohammad.javaheri@roehampton.ac.uk::72c5dde4-b71e-4bed-a6d4-7809695308b0" providerId="AD" clId="Web-{BB3567F1-54C9-48EF-F025-50DC8A13A8E4}" dt="2024-07-04T12:12:39.891" v="15"/>
        <pc:sldMkLst>
          <pc:docMk/>
          <pc:sldMk cId="1377303070" sldId="304"/>
        </pc:sldMkLst>
      </pc:sldChg>
      <pc:sldChg chg="modSp add">
        <pc:chgData name="Mohammad Javaheri" userId="S::mohammad.javaheri@roehampton.ac.uk::72c5dde4-b71e-4bed-a6d4-7809695308b0" providerId="AD" clId="Web-{BB3567F1-54C9-48EF-F025-50DC8A13A8E4}" dt="2024-07-04T12:14:20.069" v="42" actId="20577"/>
        <pc:sldMkLst>
          <pc:docMk/>
          <pc:sldMk cId="1942258377" sldId="304"/>
        </pc:sldMkLst>
        <pc:spChg chg="mod">
          <ac:chgData name="Mohammad Javaheri" userId="S::mohammad.javaheri@roehampton.ac.uk::72c5dde4-b71e-4bed-a6d4-7809695308b0" providerId="AD" clId="Web-{BB3567F1-54C9-48EF-F025-50DC8A13A8E4}" dt="2024-07-04T12:14:20.069" v="42" actId="20577"/>
          <ac:spMkLst>
            <pc:docMk/>
            <pc:sldMk cId="1942258377" sldId="304"/>
            <ac:spMk id="3" creationId="{486602FF-00EB-DC2D-26EC-24DDBEAD09AA}"/>
          </ac:spMkLst>
        </pc:spChg>
      </pc:sldChg>
      <pc:sldChg chg="add del">
        <pc:chgData name="Mohammad Javaheri" userId="S::mohammad.javaheri@roehampton.ac.uk::72c5dde4-b71e-4bed-a6d4-7809695308b0" providerId="AD" clId="Web-{BB3567F1-54C9-48EF-F025-50DC8A13A8E4}" dt="2024-07-04T12:12:39.875" v="14"/>
        <pc:sldMkLst>
          <pc:docMk/>
          <pc:sldMk cId="2835355821" sldId="305"/>
        </pc:sldMkLst>
      </pc:sldChg>
      <pc:sldChg chg="add">
        <pc:chgData name="Mohammad Javaheri" userId="S::mohammad.javaheri@roehampton.ac.uk::72c5dde4-b71e-4bed-a6d4-7809695308b0" providerId="AD" clId="Web-{BB3567F1-54C9-48EF-F025-50DC8A13A8E4}" dt="2024-07-04T12:12:43.329" v="29"/>
        <pc:sldMkLst>
          <pc:docMk/>
          <pc:sldMk cId="3944228163" sldId="305"/>
        </pc:sldMkLst>
      </pc:sldChg>
      <pc:sldChg chg="add del">
        <pc:chgData name="Mohammad Javaheri" userId="S::mohammad.javaheri@roehampton.ac.uk::72c5dde4-b71e-4bed-a6d4-7809695308b0" providerId="AD" clId="Web-{BB3567F1-54C9-48EF-F025-50DC8A13A8E4}" dt="2024-07-04T12:12:39.875" v="13"/>
        <pc:sldMkLst>
          <pc:docMk/>
          <pc:sldMk cId="1942387933" sldId="306"/>
        </pc:sldMkLst>
      </pc:sldChg>
      <pc:sldChg chg="modSp add">
        <pc:chgData name="Mohammad Javaheri" userId="S::mohammad.javaheri@roehampton.ac.uk::72c5dde4-b71e-4bed-a6d4-7809695308b0" providerId="AD" clId="Web-{BB3567F1-54C9-48EF-F025-50DC8A13A8E4}" dt="2024-07-04T12:14:37.414" v="47" actId="20577"/>
        <pc:sldMkLst>
          <pc:docMk/>
          <pc:sldMk cId="3219584906" sldId="306"/>
        </pc:sldMkLst>
        <pc:spChg chg="mod">
          <ac:chgData name="Mohammad Javaheri" userId="S::mohammad.javaheri@roehampton.ac.uk::72c5dde4-b71e-4bed-a6d4-7809695308b0" providerId="AD" clId="Web-{BB3567F1-54C9-48EF-F025-50DC8A13A8E4}" dt="2024-07-04T12:14:37.414" v="47" actId="20577"/>
          <ac:spMkLst>
            <pc:docMk/>
            <pc:sldMk cId="3219584906" sldId="306"/>
            <ac:spMk id="2" creationId="{0D912D1E-3046-D830-B039-050450805597}"/>
          </ac:spMkLst>
        </pc:spChg>
      </pc:sldChg>
      <pc:sldMasterChg chg="addSldLayout delSldLayout">
        <pc:chgData name="Mohammad Javaheri" userId="S::mohammad.javaheri@roehampton.ac.uk::72c5dde4-b71e-4bed-a6d4-7809695308b0" providerId="AD" clId="Web-{BB3567F1-54C9-48EF-F025-50DC8A13A8E4}" dt="2024-07-04T12:12:43.298" v="23"/>
        <pc:sldMasterMkLst>
          <pc:docMk/>
          <pc:sldMasterMk cId="2575588812" sldId="2147483648"/>
        </pc:sldMasterMkLst>
        <pc:sldLayoutChg chg="add">
          <pc:chgData name="Mohammad Javaheri" userId="S::mohammad.javaheri@roehampton.ac.uk::72c5dde4-b71e-4bed-a6d4-7809695308b0" providerId="AD" clId="Web-{BB3567F1-54C9-48EF-F025-50DC8A13A8E4}" dt="2024-07-04T11:54:18.434" v="0"/>
          <pc:sldLayoutMkLst>
            <pc:docMk/>
            <pc:sldMasterMk cId="2575588812" sldId="2147483648"/>
            <pc:sldLayoutMk cId="1985140453" sldId="2147483660"/>
          </pc:sldLayoutMkLst>
        </pc:sldLayoutChg>
        <pc:sldLayoutChg chg="add">
          <pc:chgData name="Mohammad Javaheri" userId="S::mohammad.javaheri@roehampton.ac.uk::72c5dde4-b71e-4bed-a6d4-7809695308b0" providerId="AD" clId="Web-{BB3567F1-54C9-48EF-F025-50DC8A13A8E4}" dt="2024-07-04T12:12:43.298" v="23"/>
          <pc:sldLayoutMkLst>
            <pc:docMk/>
            <pc:sldMasterMk cId="2575588812" sldId="2147483648"/>
            <pc:sldLayoutMk cId="2093151094" sldId="2147483661"/>
          </pc:sldLayoutMkLst>
        </pc:sldLayoutChg>
        <pc:sldLayoutChg chg="add del">
          <pc:chgData name="Mohammad Javaheri" userId="S::mohammad.javaheri@roehampton.ac.uk::72c5dde4-b71e-4bed-a6d4-7809695308b0" providerId="AD" clId="Web-{BB3567F1-54C9-48EF-F025-50DC8A13A8E4}" dt="2024-07-04T12:12:39.891" v="20"/>
          <pc:sldLayoutMkLst>
            <pc:docMk/>
            <pc:sldMasterMk cId="2575588812" sldId="2147483648"/>
            <pc:sldLayoutMk cId="4244691904" sldId="2147483661"/>
          </pc:sldLayoutMkLst>
        </pc:sldLayoutChg>
      </pc:sldMasterChg>
    </pc:docChg>
  </pc:docChgLst>
  <pc:docChgLst>
    <pc:chgData name="Mohammad Javaheri" userId="S::mohammad.javaheri@roehampton.ac.uk::72c5dde4-b71e-4bed-a6d4-7809695308b0" providerId="AD" clId="Web-{F9EC5ED9-0C4B-F688-CD3F-A2337679FD5C}"/>
    <pc:docChg chg="addSld delSld">
      <pc:chgData name="Mohammad Javaheri" userId="S::mohammad.javaheri@roehampton.ac.uk::72c5dde4-b71e-4bed-a6d4-7809695308b0" providerId="AD" clId="Web-{F9EC5ED9-0C4B-F688-CD3F-A2337679FD5C}" dt="2024-08-08T12:56:27.136" v="34"/>
      <pc:docMkLst>
        <pc:docMk/>
      </pc:docMkLst>
      <pc:sldChg chg="del">
        <pc:chgData name="Mohammad Javaheri" userId="S::mohammad.javaheri@roehampton.ac.uk::72c5dde4-b71e-4bed-a6d4-7809695308b0" providerId="AD" clId="Web-{F9EC5ED9-0C4B-F688-CD3F-A2337679FD5C}" dt="2024-08-08T12:56:27.136" v="34"/>
        <pc:sldMkLst>
          <pc:docMk/>
          <pc:sldMk cId="3999230286" sldId="265"/>
        </pc:sldMkLst>
      </pc:sldChg>
      <pc:sldChg chg="add del">
        <pc:chgData name="Mohammad Javaheri" userId="S::mohammad.javaheri@roehampton.ac.uk::72c5dde4-b71e-4bed-a6d4-7809695308b0" providerId="AD" clId="Web-{F9EC5ED9-0C4B-F688-CD3F-A2337679FD5C}" dt="2024-08-08T12:56:22.636" v="26"/>
        <pc:sldMkLst>
          <pc:docMk/>
          <pc:sldMk cId="376204826" sldId="294"/>
        </pc:sldMkLst>
      </pc:sldChg>
      <pc:sldChg chg="add del">
        <pc:chgData name="Mohammad Javaheri" userId="S::mohammad.javaheri@roehampton.ac.uk::72c5dde4-b71e-4bed-a6d4-7809695308b0" providerId="AD" clId="Web-{F9EC5ED9-0C4B-F688-CD3F-A2337679FD5C}" dt="2024-08-08T12:56:22.636" v="24"/>
        <pc:sldMkLst>
          <pc:docMk/>
          <pc:sldMk cId="3119384779" sldId="295"/>
        </pc:sldMkLst>
      </pc:sldChg>
      <pc:sldChg chg="add del">
        <pc:chgData name="Mohammad Javaheri" userId="S::mohammad.javaheri@roehampton.ac.uk::72c5dde4-b71e-4bed-a6d4-7809695308b0" providerId="AD" clId="Web-{F9EC5ED9-0C4B-F688-CD3F-A2337679FD5C}" dt="2024-08-08T12:56:22.636" v="25"/>
        <pc:sldMkLst>
          <pc:docMk/>
          <pc:sldMk cId="3266900040" sldId="300"/>
        </pc:sldMkLst>
      </pc:sldChg>
      <pc:sldChg chg="add del">
        <pc:chgData name="Mohammad Javaheri" userId="S::mohammad.javaheri@roehampton.ac.uk::72c5dde4-b71e-4bed-a6d4-7809695308b0" providerId="AD" clId="Web-{F9EC5ED9-0C4B-F688-CD3F-A2337679FD5C}" dt="2024-08-08T12:56:22.651" v="27"/>
        <pc:sldMkLst>
          <pc:docMk/>
          <pc:sldMk cId="1817344442" sldId="302"/>
        </pc:sldMkLst>
      </pc:sldChg>
      <pc:sldChg chg="add del">
        <pc:chgData name="Mohammad Javaheri" userId="S::mohammad.javaheri@roehampton.ac.uk::72c5dde4-b71e-4bed-a6d4-7809695308b0" providerId="AD" clId="Web-{F9EC5ED9-0C4B-F688-CD3F-A2337679FD5C}" dt="2024-08-08T12:56:22.651" v="29"/>
        <pc:sldMkLst>
          <pc:docMk/>
          <pc:sldMk cId="311493149" sldId="303"/>
        </pc:sldMkLst>
      </pc:sldChg>
      <pc:sldChg chg="add del">
        <pc:chgData name="Mohammad Javaheri" userId="S::mohammad.javaheri@roehampton.ac.uk::72c5dde4-b71e-4bed-a6d4-7809695308b0" providerId="AD" clId="Web-{F9EC5ED9-0C4B-F688-CD3F-A2337679FD5C}" dt="2024-08-08T12:56:22.651" v="30"/>
        <pc:sldMkLst>
          <pc:docMk/>
          <pc:sldMk cId="1942258377" sldId="304"/>
        </pc:sldMkLst>
      </pc:sldChg>
      <pc:sldChg chg="add del">
        <pc:chgData name="Mohammad Javaheri" userId="S::mohammad.javaheri@roehampton.ac.uk::72c5dde4-b71e-4bed-a6d4-7809695308b0" providerId="AD" clId="Web-{F9EC5ED9-0C4B-F688-CD3F-A2337679FD5C}" dt="2024-08-08T12:56:22.667" v="31"/>
        <pc:sldMkLst>
          <pc:docMk/>
          <pc:sldMk cId="3944228163" sldId="305"/>
        </pc:sldMkLst>
      </pc:sldChg>
      <pc:sldChg chg="add del">
        <pc:chgData name="Mohammad Javaheri" userId="S::mohammad.javaheri@roehampton.ac.uk::72c5dde4-b71e-4bed-a6d4-7809695308b0" providerId="AD" clId="Web-{F9EC5ED9-0C4B-F688-CD3F-A2337679FD5C}" dt="2024-08-08T12:56:22.667" v="33"/>
        <pc:sldMkLst>
          <pc:docMk/>
          <pc:sldMk cId="3219584906" sldId="306"/>
        </pc:sldMkLst>
      </pc:sldChg>
      <pc:sldChg chg="add del">
        <pc:chgData name="Mohammad Javaheri" userId="S::mohammad.javaheri@roehampton.ac.uk::72c5dde4-b71e-4bed-a6d4-7809695308b0" providerId="AD" clId="Web-{F9EC5ED9-0C4B-F688-CD3F-A2337679FD5C}" dt="2024-08-08T12:56:22.651" v="28"/>
        <pc:sldMkLst>
          <pc:docMk/>
          <pc:sldMk cId="2292530509" sldId="311"/>
        </pc:sldMkLst>
      </pc:sldChg>
      <pc:sldChg chg="add del">
        <pc:chgData name="Mohammad Javaheri" userId="S::mohammad.javaheri@roehampton.ac.uk::72c5dde4-b71e-4bed-a6d4-7809695308b0" providerId="AD" clId="Web-{F9EC5ED9-0C4B-F688-CD3F-A2337679FD5C}" dt="2024-08-08T12:56:22.667" v="32"/>
        <pc:sldMkLst>
          <pc:docMk/>
          <pc:sldMk cId="2551701566" sldId="312"/>
        </pc:sldMkLst>
      </pc:sldChg>
      <pc:sldChg chg="del">
        <pc:chgData name="Mohammad Javaheri" userId="S::mohammad.javaheri@roehampton.ac.uk::72c5dde4-b71e-4bed-a6d4-7809695308b0" providerId="AD" clId="Web-{F9EC5ED9-0C4B-F688-CD3F-A2337679FD5C}" dt="2024-08-08T12:56:05.482" v="14"/>
        <pc:sldMkLst>
          <pc:docMk/>
          <pc:sldMk cId="1190664176" sldId="314"/>
        </pc:sldMkLst>
      </pc:sldChg>
      <pc:sldChg chg="add">
        <pc:chgData name="Mohammad Javaheri" userId="S::mohammad.javaheri@roehampton.ac.uk::72c5dde4-b71e-4bed-a6d4-7809695308b0" providerId="AD" clId="Web-{F9EC5ED9-0C4B-F688-CD3F-A2337679FD5C}" dt="2024-08-08T12:56:22.636" v="23"/>
        <pc:sldMkLst>
          <pc:docMk/>
          <pc:sldMk cId="2101574563" sldId="314"/>
        </pc:sldMkLst>
      </pc:sldChg>
      <pc:sldChg chg="del">
        <pc:chgData name="Mohammad Javaheri" userId="S::mohammad.javaheri@roehampton.ac.uk::72c5dde4-b71e-4bed-a6d4-7809695308b0" providerId="AD" clId="Web-{F9EC5ED9-0C4B-F688-CD3F-A2337679FD5C}" dt="2024-08-08T12:56:06.135" v="15"/>
        <pc:sldMkLst>
          <pc:docMk/>
          <pc:sldMk cId="1457794330" sldId="315"/>
        </pc:sldMkLst>
      </pc:sldChg>
      <pc:sldChg chg="del">
        <pc:chgData name="Mohammad Javaheri" userId="S::mohammad.javaheri@roehampton.ac.uk::72c5dde4-b71e-4bed-a6d4-7809695308b0" providerId="AD" clId="Web-{F9EC5ED9-0C4B-F688-CD3F-A2337679FD5C}" dt="2024-08-08T12:56:06.744" v="16"/>
        <pc:sldMkLst>
          <pc:docMk/>
          <pc:sldMk cId="3994608740" sldId="316"/>
        </pc:sldMkLst>
      </pc:sldChg>
      <pc:sldChg chg="del">
        <pc:chgData name="Mohammad Javaheri" userId="S::mohammad.javaheri@roehampton.ac.uk::72c5dde4-b71e-4bed-a6d4-7809695308b0" providerId="AD" clId="Web-{F9EC5ED9-0C4B-F688-CD3F-A2337679FD5C}" dt="2024-08-08T12:56:07.057" v="17"/>
        <pc:sldMkLst>
          <pc:docMk/>
          <pc:sldMk cId="3341964279" sldId="317"/>
        </pc:sldMkLst>
      </pc:sldChg>
      <pc:sldChg chg="del">
        <pc:chgData name="Mohammad Javaheri" userId="S::mohammad.javaheri@roehampton.ac.uk::72c5dde4-b71e-4bed-a6d4-7809695308b0" providerId="AD" clId="Web-{F9EC5ED9-0C4B-F688-CD3F-A2337679FD5C}" dt="2024-08-08T12:56:07.573" v="18"/>
        <pc:sldMkLst>
          <pc:docMk/>
          <pc:sldMk cId="4262811898" sldId="318"/>
        </pc:sldMkLst>
      </pc:sldChg>
      <pc:sldChg chg="del">
        <pc:chgData name="Mohammad Javaheri" userId="S::mohammad.javaheri@roehampton.ac.uk::72c5dde4-b71e-4bed-a6d4-7809695308b0" providerId="AD" clId="Web-{F9EC5ED9-0C4B-F688-CD3F-A2337679FD5C}" dt="2024-08-08T12:56:07.948" v="19"/>
        <pc:sldMkLst>
          <pc:docMk/>
          <pc:sldMk cId="2864531981" sldId="319"/>
        </pc:sldMkLst>
      </pc:sldChg>
      <pc:sldChg chg="del">
        <pc:chgData name="Mohammad Javaheri" userId="S::mohammad.javaheri@roehampton.ac.uk::72c5dde4-b71e-4bed-a6d4-7809695308b0" providerId="AD" clId="Web-{F9EC5ED9-0C4B-F688-CD3F-A2337679FD5C}" dt="2024-08-08T12:56:08.510" v="20"/>
        <pc:sldMkLst>
          <pc:docMk/>
          <pc:sldMk cId="374563348" sldId="320"/>
        </pc:sldMkLst>
      </pc:sldChg>
      <pc:sldChg chg="del">
        <pc:chgData name="Mohammad Javaheri" userId="S::mohammad.javaheri@roehampton.ac.uk::72c5dde4-b71e-4bed-a6d4-7809695308b0" providerId="AD" clId="Web-{F9EC5ED9-0C4B-F688-CD3F-A2337679FD5C}" dt="2024-08-08T12:56:02.744" v="12"/>
        <pc:sldMkLst>
          <pc:docMk/>
          <pc:sldMk cId="4089697707" sldId="321"/>
        </pc:sldMkLst>
      </pc:sldChg>
      <pc:sldChg chg="del">
        <pc:chgData name="Mohammad Javaheri" userId="S::mohammad.javaheri@roehampton.ac.uk::72c5dde4-b71e-4bed-a6d4-7809695308b0" providerId="AD" clId="Web-{F9EC5ED9-0C4B-F688-CD3F-A2337679FD5C}" dt="2024-08-08T12:56:09.385" v="21"/>
        <pc:sldMkLst>
          <pc:docMk/>
          <pc:sldMk cId="1699228346" sldId="322"/>
        </pc:sldMkLst>
      </pc:sldChg>
      <pc:sldChg chg="del">
        <pc:chgData name="Mohammad Javaheri" userId="S::mohammad.javaheri@roehampton.ac.uk::72c5dde4-b71e-4bed-a6d4-7809695308b0" providerId="AD" clId="Web-{F9EC5ED9-0C4B-F688-CD3F-A2337679FD5C}" dt="2024-08-08T12:56:01.947" v="11"/>
        <pc:sldMkLst>
          <pc:docMk/>
          <pc:sldMk cId="1082986745" sldId="323"/>
        </pc:sldMkLst>
      </pc:sldChg>
      <pc:sldChg chg="new del">
        <pc:chgData name="Mohammad Javaheri" userId="S::mohammad.javaheri@roehampton.ac.uk::72c5dde4-b71e-4bed-a6d4-7809695308b0" providerId="AD" clId="Web-{F9EC5ED9-0C4B-F688-CD3F-A2337679FD5C}" dt="2024-08-08T12:56:04.604" v="13"/>
        <pc:sldMkLst>
          <pc:docMk/>
          <pc:sldMk cId="3010448585" sldId="32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6613C56-A745-4839-AB8E-C56008E7DA4A}" type="datetimeFigureOut">
              <a:rPr lang="en-IN" smtClean="0"/>
              <a:t>07-08-2026</a:t>
            </a:fld>
            <a:endParaRPr lang="en-IN"/>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90D4304-8622-465B-86F5-C04F8084CC8B}" type="slidenum">
              <a:rPr lang="en-IN" smtClean="0"/>
              <a:t>‹#›</a:t>
            </a:fld>
            <a:endParaRPr lang="en-IN"/>
          </a:p>
        </p:txBody>
      </p:sp>
    </p:spTree>
    <p:extLst>
      <p:ext uri="{BB962C8B-B14F-4D97-AF65-F5344CB8AC3E}">
        <p14:creationId xmlns:p14="http://schemas.microsoft.com/office/powerpoint/2010/main" val="1564718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ffectLst/>
                <a:latin typeface="+mn-lt"/>
                <a:ea typeface="+mn-ea"/>
                <a:cs typeface="+mn-cs"/>
              </a:rPr>
              <a:t>Digital banking, e-commerce and contactless payments have increased the number and speed of financial transactions. This growth has also increased opportunities for credit card fraud. Manual monitoring is not suitable for very large transaction datasets, while fixed rules may become less effective when fraud </a:t>
            </a:r>
            <a:r>
              <a:rPr lang="en-US" sz="1200" kern="1200" dirty="0" err="1" smtClean="0">
                <a:solidFill>
                  <a:schemeClr val="tx1"/>
                </a:solidFill>
                <a:effectLst/>
                <a:latin typeface="+mn-lt"/>
                <a:ea typeface="+mn-ea"/>
                <a:cs typeface="+mn-cs"/>
              </a:rPr>
              <a:t>behaviour</a:t>
            </a:r>
            <a:r>
              <a:rPr lang="en-US" sz="1200" kern="1200" dirty="0" smtClean="0">
                <a:solidFill>
                  <a:schemeClr val="tx1"/>
                </a:solidFill>
                <a:effectLst/>
                <a:latin typeface="+mn-lt"/>
                <a:ea typeface="+mn-ea"/>
                <a:cs typeface="+mn-cs"/>
              </a:rPr>
              <a:t> changes. Machine learning offers a data-driven method for identifying unusual and hidden transaction patterns. The current project therefore investigates how supervised machine-learning algorithms can support reliable fraud detection using an </a:t>
            </a:r>
            <a:r>
              <a:rPr lang="en-US" sz="1200" kern="1200" dirty="0" err="1" smtClean="0">
                <a:solidFill>
                  <a:schemeClr val="tx1"/>
                </a:solidFill>
                <a:effectLst/>
                <a:latin typeface="+mn-lt"/>
                <a:ea typeface="+mn-ea"/>
                <a:cs typeface="+mn-cs"/>
              </a:rPr>
              <a:t>anonymised</a:t>
            </a:r>
            <a:r>
              <a:rPr lang="en-US" sz="1200" kern="1200" dirty="0" smtClean="0">
                <a:solidFill>
                  <a:schemeClr val="tx1"/>
                </a:solidFill>
                <a:effectLst/>
                <a:latin typeface="+mn-lt"/>
                <a:ea typeface="+mn-ea"/>
                <a:cs typeface="+mn-cs"/>
              </a:rPr>
              <a:t> credit card transaction dataset.</a:t>
            </a:r>
            <a:endParaRPr lang="en-IN" sz="1200" kern="1200" dirty="0" smtClean="0">
              <a:solidFill>
                <a:schemeClr val="tx1"/>
              </a:solidFill>
              <a:effectLst/>
              <a:latin typeface="+mn-lt"/>
              <a:ea typeface="+mn-ea"/>
              <a:cs typeface="+mn-cs"/>
            </a:endParaRPr>
          </a:p>
          <a:p>
            <a:endParaRPr lang="en-IN" dirty="0"/>
          </a:p>
        </p:txBody>
      </p:sp>
      <p:sp>
        <p:nvSpPr>
          <p:cNvPr id="4" name="Slide Number Placeholder 3"/>
          <p:cNvSpPr>
            <a:spLocks noGrp="1"/>
          </p:cNvSpPr>
          <p:nvPr>
            <p:ph type="sldNum" sz="quarter" idx="10"/>
          </p:nvPr>
        </p:nvSpPr>
        <p:spPr/>
        <p:txBody>
          <a:bodyPr/>
          <a:lstStyle/>
          <a:p>
            <a:fld id="{990D4304-8622-465B-86F5-C04F8084CC8B}" type="slidenum">
              <a:rPr lang="en-IN" smtClean="0"/>
              <a:t>3</a:t>
            </a:fld>
            <a:endParaRPr lang="en-IN"/>
          </a:p>
        </p:txBody>
      </p:sp>
    </p:spTree>
    <p:extLst>
      <p:ext uri="{BB962C8B-B14F-4D97-AF65-F5344CB8AC3E}">
        <p14:creationId xmlns:p14="http://schemas.microsoft.com/office/powerpoint/2010/main" val="39521280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mn-lt"/>
                <a:ea typeface="+mn-ea"/>
                <a:cs typeface="+mn-cs"/>
              </a:rPr>
              <a:t>The project tackles the challenge of detecting rarely occurring and evolving credit card fraud patterns. The issue arises when banks and payment service providers perform real-time processing of high volume types of card transactions, like online or contactless payments. It impacts financial institutions, merchants, and cardholders, as it can lead to financial losses if fraud goes undetected and disrupt legitimate transactions if it is a false alarm. Also, the Manual investigation is very slow and costly. But with severe class imbalance, it can have a low model which correctly predicts high accuracy and fail to predict fraud. This problem is significant to reduce the loss, investigation cost, and customer's inconvenience. </a:t>
            </a:r>
            <a:endParaRPr lang="en-IN" dirty="0"/>
          </a:p>
        </p:txBody>
      </p:sp>
      <p:sp>
        <p:nvSpPr>
          <p:cNvPr id="4" name="Slide Number Placeholder 3"/>
          <p:cNvSpPr>
            <a:spLocks noGrp="1"/>
          </p:cNvSpPr>
          <p:nvPr>
            <p:ph type="sldNum" sz="quarter" idx="10"/>
          </p:nvPr>
        </p:nvSpPr>
        <p:spPr/>
        <p:txBody>
          <a:bodyPr/>
          <a:lstStyle/>
          <a:p>
            <a:fld id="{990D4304-8622-465B-86F5-C04F8084CC8B}" type="slidenum">
              <a:rPr lang="en-IN" smtClean="0"/>
              <a:t>4</a:t>
            </a:fld>
            <a:endParaRPr lang="en-IN"/>
          </a:p>
        </p:txBody>
      </p:sp>
    </p:spTree>
    <p:extLst>
      <p:ext uri="{BB962C8B-B14F-4D97-AF65-F5344CB8AC3E}">
        <p14:creationId xmlns:p14="http://schemas.microsoft.com/office/powerpoint/2010/main" val="10194561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project aims to develop and compare supervised machine-learning models for credit card fraud detection. These objectives provide a clear route from raw transaction data to an evidence-based recommendation, without claiming model performance before the experimental stage has been completed.</a:t>
            </a:r>
            <a:endParaRPr lang="en-IN" sz="1100" dirty="0" smtClean="0"/>
          </a:p>
          <a:p>
            <a:endParaRPr lang="en-IN" dirty="0"/>
          </a:p>
        </p:txBody>
      </p:sp>
      <p:sp>
        <p:nvSpPr>
          <p:cNvPr id="4" name="Slide Number Placeholder 3"/>
          <p:cNvSpPr>
            <a:spLocks noGrp="1"/>
          </p:cNvSpPr>
          <p:nvPr>
            <p:ph type="sldNum" sz="quarter" idx="10"/>
          </p:nvPr>
        </p:nvSpPr>
        <p:spPr/>
        <p:txBody>
          <a:bodyPr/>
          <a:lstStyle/>
          <a:p>
            <a:fld id="{990D4304-8622-465B-86F5-C04F8084CC8B}" type="slidenum">
              <a:rPr lang="en-IN" smtClean="0"/>
              <a:t>5</a:t>
            </a:fld>
            <a:endParaRPr lang="en-IN"/>
          </a:p>
        </p:txBody>
      </p:sp>
    </p:spTree>
    <p:extLst>
      <p:ext uri="{BB962C8B-B14F-4D97-AF65-F5344CB8AC3E}">
        <p14:creationId xmlns:p14="http://schemas.microsoft.com/office/powerpoint/2010/main" val="24282507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smtClean="0">
                <a:solidFill>
                  <a:schemeClr val="tx1"/>
                </a:solidFill>
                <a:effectLst/>
                <a:latin typeface="+mn-lt"/>
                <a:ea typeface="+mn-ea"/>
                <a:cs typeface="+mn-cs"/>
              </a:rPr>
              <a:t>The objectives will be met by a quantitative experimental design with a secondary </a:t>
            </a:r>
            <a:r>
              <a:rPr lang="en-US" sz="1200" kern="1200" dirty="0" err="1" smtClean="0">
                <a:solidFill>
                  <a:schemeClr val="tx1"/>
                </a:solidFill>
                <a:effectLst/>
                <a:latin typeface="+mn-lt"/>
                <a:ea typeface="+mn-ea"/>
                <a:cs typeface="+mn-cs"/>
              </a:rPr>
              <a:t>anonymised</a:t>
            </a:r>
            <a:r>
              <a:rPr lang="en-US" sz="1200" kern="1200" dirty="0" smtClean="0">
                <a:solidFill>
                  <a:schemeClr val="tx1"/>
                </a:solidFill>
                <a:effectLst/>
                <a:latin typeface="+mn-lt"/>
                <a:ea typeface="+mn-ea"/>
                <a:cs typeface="+mn-cs"/>
              </a:rPr>
              <a:t> dataset. Python and </a:t>
            </a:r>
            <a:r>
              <a:rPr lang="en-US" sz="1200" kern="1200" dirty="0" err="1" smtClean="0">
                <a:solidFill>
                  <a:schemeClr val="tx1"/>
                </a:solidFill>
                <a:effectLst/>
                <a:latin typeface="+mn-lt"/>
                <a:ea typeface="+mn-ea"/>
                <a:cs typeface="+mn-cs"/>
              </a:rPr>
              <a:t>Jupyter</a:t>
            </a:r>
            <a:r>
              <a:rPr lang="en-US" sz="1200" kern="1200" dirty="0" smtClean="0">
                <a:solidFill>
                  <a:schemeClr val="tx1"/>
                </a:solidFill>
                <a:effectLst/>
                <a:latin typeface="+mn-lt"/>
                <a:ea typeface="+mn-ea"/>
                <a:cs typeface="+mn-cs"/>
              </a:rPr>
              <a:t> are chosen to ensure a reproducible environment, Pandas and </a:t>
            </a:r>
            <a:r>
              <a:rPr lang="en-US" sz="1200" kern="1200" dirty="0" err="1" smtClean="0">
                <a:solidFill>
                  <a:schemeClr val="tx1"/>
                </a:solidFill>
                <a:effectLst/>
                <a:latin typeface="+mn-lt"/>
                <a:ea typeface="+mn-ea"/>
                <a:cs typeface="+mn-cs"/>
              </a:rPr>
              <a:t>NumPy</a:t>
            </a:r>
            <a:r>
              <a:rPr lang="en-US" sz="1200" kern="1200" dirty="0" smtClean="0">
                <a:solidFill>
                  <a:schemeClr val="tx1"/>
                </a:solidFill>
                <a:effectLst/>
                <a:latin typeface="+mn-lt"/>
                <a:ea typeface="+mn-ea"/>
                <a:cs typeface="+mn-cs"/>
              </a:rPr>
              <a:t> for efficient data handling, and </a:t>
            </a:r>
            <a:r>
              <a:rPr lang="en-US" sz="1200" kern="1200" dirty="0" err="1" smtClean="0">
                <a:solidFill>
                  <a:schemeClr val="tx1"/>
                </a:solidFill>
                <a:effectLst/>
                <a:latin typeface="+mn-lt"/>
                <a:ea typeface="+mn-ea"/>
                <a:cs typeface="+mn-cs"/>
              </a:rPr>
              <a:t>Matplotlib</a:t>
            </a:r>
            <a:r>
              <a:rPr lang="en-US" sz="1200" kern="1200" dirty="0" smtClean="0">
                <a:solidFill>
                  <a:schemeClr val="tx1"/>
                </a:solidFill>
                <a:effectLst/>
                <a:latin typeface="+mn-lt"/>
                <a:ea typeface="+mn-ea"/>
                <a:cs typeface="+mn-cs"/>
              </a:rPr>
              <a:t> and </a:t>
            </a:r>
            <a:r>
              <a:rPr lang="en-US" sz="1200" kern="1200" dirty="0" err="1" smtClean="0">
                <a:solidFill>
                  <a:schemeClr val="tx1"/>
                </a:solidFill>
                <a:effectLst/>
                <a:latin typeface="+mn-lt"/>
                <a:ea typeface="+mn-ea"/>
                <a:cs typeface="+mn-cs"/>
              </a:rPr>
              <a:t>Seaborn</a:t>
            </a:r>
            <a:r>
              <a:rPr lang="en-US" sz="1200" kern="1200" dirty="0" smtClean="0">
                <a:solidFill>
                  <a:schemeClr val="tx1"/>
                </a:solidFill>
                <a:effectLst/>
                <a:latin typeface="+mn-lt"/>
                <a:ea typeface="+mn-ea"/>
                <a:cs typeface="+mn-cs"/>
              </a:rPr>
              <a:t> for visual analysis of data. Completed Phase includes Quality Check and Exploration. The next step will be to scale appropriate variables, choose predictors and then split the data in a stratified 80:20 to ensure that the rare fraud class remains. Five algorithms are chosen for comparison, i.e., four interpretable, tree-based and one boosting. This is better than using a single algorithm as it allows a better comparison since it is done under the same conditions.</a:t>
            </a:r>
            <a:endParaRPr lang="en-IN" dirty="0"/>
          </a:p>
        </p:txBody>
      </p:sp>
      <p:sp>
        <p:nvSpPr>
          <p:cNvPr id="4" name="Slide Number Placeholder 3"/>
          <p:cNvSpPr>
            <a:spLocks noGrp="1"/>
          </p:cNvSpPr>
          <p:nvPr>
            <p:ph type="sldNum" sz="quarter" idx="10"/>
          </p:nvPr>
        </p:nvSpPr>
        <p:spPr/>
        <p:txBody>
          <a:bodyPr/>
          <a:lstStyle/>
          <a:p>
            <a:fld id="{990D4304-8622-465B-86F5-C04F8084CC8B}" type="slidenum">
              <a:rPr lang="en-IN" smtClean="0"/>
              <a:t>6</a:t>
            </a:fld>
            <a:endParaRPr lang="en-IN"/>
          </a:p>
        </p:txBody>
      </p:sp>
    </p:spTree>
    <p:extLst>
      <p:ext uri="{BB962C8B-B14F-4D97-AF65-F5344CB8AC3E}">
        <p14:creationId xmlns:p14="http://schemas.microsoft.com/office/powerpoint/2010/main" val="12927036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Python has been chosen as it offers a well-developed, user-friendly machine-learning environment. For the Transparent execution, documentation and reproducibility </a:t>
            </a:r>
            <a:r>
              <a:rPr lang="en-US" dirty="0" err="1" smtClean="0"/>
              <a:t>Jupyter</a:t>
            </a:r>
            <a:r>
              <a:rPr lang="en-US" dirty="0" smtClean="0"/>
              <a:t> Notebook is chosen. The loading, cleaning and </a:t>
            </a:r>
            <a:r>
              <a:rPr lang="en-US" dirty="0" err="1" smtClean="0"/>
              <a:t>analysing</a:t>
            </a:r>
            <a:r>
              <a:rPr lang="en-US" dirty="0" smtClean="0"/>
              <a:t> of the transactions are performed in pandas and </a:t>
            </a:r>
            <a:r>
              <a:rPr lang="en-US" dirty="0" err="1" smtClean="0"/>
              <a:t>NumPy</a:t>
            </a:r>
            <a:r>
              <a:rPr lang="en-US" dirty="0" smtClean="0"/>
              <a:t>, while the final </a:t>
            </a:r>
            <a:r>
              <a:rPr lang="en-US" dirty="0" err="1" smtClean="0"/>
              <a:t>visualisation</a:t>
            </a:r>
            <a:r>
              <a:rPr lang="en-US" dirty="0" smtClean="0"/>
              <a:t> is done in </a:t>
            </a:r>
            <a:r>
              <a:rPr lang="en-US" dirty="0" err="1" smtClean="0"/>
              <a:t>Matplotlib</a:t>
            </a:r>
            <a:r>
              <a:rPr lang="en-US" dirty="0" smtClean="0"/>
              <a:t> and </a:t>
            </a:r>
            <a:r>
              <a:rPr lang="en-US" dirty="0" err="1" smtClean="0"/>
              <a:t>Seaborn</a:t>
            </a:r>
            <a:r>
              <a:rPr lang="en-US" dirty="0" smtClean="0"/>
              <a:t>. In the next draft, the preprocessing, training and evaluation will be done using </a:t>
            </a:r>
            <a:r>
              <a:rPr lang="en-US" dirty="0" err="1" smtClean="0"/>
              <a:t>scikit</a:t>
            </a:r>
            <a:r>
              <a:rPr lang="en-US" dirty="0" smtClean="0"/>
              <a:t>-learn, </a:t>
            </a:r>
            <a:r>
              <a:rPr lang="en-US" dirty="0" err="1" smtClean="0"/>
              <a:t>XGBoost</a:t>
            </a:r>
            <a:r>
              <a:rPr lang="en-US" dirty="0" smtClean="0"/>
              <a:t> and </a:t>
            </a:r>
            <a:r>
              <a:rPr lang="en-US" dirty="0" err="1" smtClean="0"/>
              <a:t>LightGBM</a:t>
            </a:r>
            <a:r>
              <a:rPr lang="en-US" dirty="0" smtClean="0"/>
              <a:t>. The dataset can be easily processed on a typical modern computer, although 16 GB memory is recommended in order to experiment and compare models more smoothly.</a:t>
            </a:r>
            <a:endParaRPr lang="en-IN" dirty="0" smtClean="0"/>
          </a:p>
          <a:p>
            <a:endParaRPr lang="en-IN" dirty="0"/>
          </a:p>
        </p:txBody>
      </p:sp>
      <p:sp>
        <p:nvSpPr>
          <p:cNvPr id="4" name="Slide Number Placeholder 3"/>
          <p:cNvSpPr>
            <a:spLocks noGrp="1"/>
          </p:cNvSpPr>
          <p:nvPr>
            <p:ph type="sldNum" sz="quarter" idx="10"/>
          </p:nvPr>
        </p:nvSpPr>
        <p:spPr/>
        <p:txBody>
          <a:bodyPr/>
          <a:lstStyle/>
          <a:p>
            <a:fld id="{990D4304-8622-465B-86F5-C04F8084CC8B}" type="slidenum">
              <a:rPr lang="en-IN" smtClean="0"/>
              <a:t>7</a:t>
            </a:fld>
            <a:endParaRPr lang="en-IN"/>
          </a:p>
        </p:txBody>
      </p:sp>
    </p:spTree>
    <p:extLst>
      <p:ext uri="{BB962C8B-B14F-4D97-AF65-F5344CB8AC3E}">
        <p14:creationId xmlns:p14="http://schemas.microsoft.com/office/powerpoint/2010/main" val="175972024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Five supervised algorithms have been selected from the literature and technology review, but they have not yet been trained for this midpoint submission. Logistic Regression will provide an interpretable baseline. Decision Tree will model non-linear relationships, while Random Forest will reduce the instability of a single tree. </a:t>
            </a:r>
            <a:r>
              <a:rPr lang="en-US" dirty="0" err="1" smtClean="0"/>
              <a:t>XGBoost</a:t>
            </a:r>
            <a:r>
              <a:rPr lang="en-US" dirty="0" smtClean="0"/>
              <a:t> and </a:t>
            </a:r>
            <a:r>
              <a:rPr lang="en-US" dirty="0" err="1" smtClean="0"/>
              <a:t>LightGBM</a:t>
            </a:r>
            <a:r>
              <a:rPr lang="en-US" dirty="0" smtClean="0"/>
              <a:t> will provide advanced boosting approaches. Decision Trees may </a:t>
            </a:r>
            <a:r>
              <a:rPr lang="en-US" dirty="0" err="1" smtClean="0"/>
              <a:t>overfit</a:t>
            </a:r>
            <a:r>
              <a:rPr lang="en-US" dirty="0" smtClean="0"/>
              <a:t> if they are not controlled, while ensemble methods can improve stability and predictive capability. The same data split and evaluation measures will be used for a fair comparison.</a:t>
            </a:r>
            <a:endParaRPr lang="en-IN" dirty="0" smtClean="0"/>
          </a:p>
          <a:p>
            <a:endParaRPr lang="en-IN" dirty="0"/>
          </a:p>
        </p:txBody>
      </p:sp>
      <p:sp>
        <p:nvSpPr>
          <p:cNvPr id="4" name="Slide Number Placeholder 3"/>
          <p:cNvSpPr>
            <a:spLocks noGrp="1"/>
          </p:cNvSpPr>
          <p:nvPr>
            <p:ph type="sldNum" sz="quarter" idx="10"/>
          </p:nvPr>
        </p:nvSpPr>
        <p:spPr/>
        <p:txBody>
          <a:bodyPr/>
          <a:lstStyle/>
          <a:p>
            <a:fld id="{990D4304-8622-465B-86F5-C04F8084CC8B}" type="slidenum">
              <a:rPr lang="en-IN" smtClean="0"/>
              <a:t>8</a:t>
            </a:fld>
            <a:endParaRPr lang="en-IN"/>
          </a:p>
        </p:txBody>
      </p:sp>
    </p:spTree>
    <p:extLst>
      <p:ext uri="{BB962C8B-B14F-4D97-AF65-F5344CB8AC3E}">
        <p14:creationId xmlns:p14="http://schemas.microsoft.com/office/powerpoint/2010/main" val="5725492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ffectLst/>
                <a:latin typeface="+mn-lt"/>
                <a:ea typeface="+mn-ea"/>
                <a:cs typeface="+mn-cs"/>
              </a:rPr>
              <a:t>The completed work includes proposal development, the literature review, dataset selection, research methodology, data-quality checks and exploratory </a:t>
            </a:r>
            <a:r>
              <a:rPr lang="en-US" sz="1200" kern="1200" dirty="0" err="1" smtClean="0">
                <a:solidFill>
                  <a:schemeClr val="tx1"/>
                </a:solidFill>
                <a:effectLst/>
                <a:latin typeface="+mn-lt"/>
                <a:ea typeface="+mn-ea"/>
                <a:cs typeface="+mn-cs"/>
              </a:rPr>
              <a:t>visualisation</a:t>
            </a:r>
            <a:r>
              <a:rPr lang="en-US" sz="1200" kern="1200" dirty="0" smtClean="0">
                <a:solidFill>
                  <a:schemeClr val="tx1"/>
                </a:solidFill>
                <a:effectLst/>
                <a:latin typeface="+mn-lt"/>
                <a:ea typeface="+mn-ea"/>
                <a:cs typeface="+mn-cs"/>
              </a:rPr>
              <a:t>. This is about half of the proposed project. Now it is the preprocessing and preparation of data for the model implementation. Training the model is still pending. The following works will be carried out model training, tuning, model evaluation, comparative results analysis, discussion and completion of the final report. These activities are represented in the Gantt chart below for the span of 8 weeks. </a:t>
            </a:r>
            <a:endParaRPr lang="en-IN" sz="1200" kern="1200" dirty="0" smtClean="0">
              <a:solidFill>
                <a:schemeClr val="tx1"/>
              </a:solidFill>
              <a:effectLst/>
              <a:latin typeface="+mn-lt"/>
              <a:ea typeface="+mn-ea"/>
              <a:cs typeface="+mn-cs"/>
            </a:endParaRPr>
          </a:p>
          <a:p>
            <a:endParaRPr lang="en-IN" dirty="0"/>
          </a:p>
        </p:txBody>
      </p:sp>
      <p:sp>
        <p:nvSpPr>
          <p:cNvPr id="4" name="Slide Number Placeholder 3"/>
          <p:cNvSpPr>
            <a:spLocks noGrp="1"/>
          </p:cNvSpPr>
          <p:nvPr>
            <p:ph type="sldNum" sz="quarter" idx="10"/>
          </p:nvPr>
        </p:nvSpPr>
        <p:spPr/>
        <p:txBody>
          <a:bodyPr/>
          <a:lstStyle/>
          <a:p>
            <a:fld id="{990D4304-8622-465B-86F5-C04F8084CC8B}" type="slidenum">
              <a:rPr lang="en-IN" smtClean="0"/>
              <a:t>9</a:t>
            </a:fld>
            <a:endParaRPr lang="en-IN"/>
          </a:p>
        </p:txBody>
      </p:sp>
    </p:spTree>
    <p:extLst>
      <p:ext uri="{BB962C8B-B14F-4D97-AF65-F5344CB8AC3E}">
        <p14:creationId xmlns:p14="http://schemas.microsoft.com/office/powerpoint/2010/main" val="7342198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literature review is directly related to the problem statement and project objectives. In order to enhance the usefulness of fraud-detection models, feature selection and reproducible preprocessing can be. When the distribution of transactions is strongly skewed, the impact can be misleading when considering the accuracy of the classification system on which the system is built, as it may be overly accurate for actual transactions and may be too inaccurate for transactions that are classified as transactions. Different aspects of fraud can be modeled using ensemble methods that can combine the strengths of individual models. F1-score and ROC-AUC performance can also vary with the sampling and feature-extraction decisions. </a:t>
            </a:r>
            <a:endParaRPr lang="en-IN" dirty="0" smtClean="0"/>
          </a:p>
          <a:p>
            <a:endParaRPr lang="en-IN" dirty="0"/>
          </a:p>
        </p:txBody>
      </p:sp>
      <p:sp>
        <p:nvSpPr>
          <p:cNvPr id="4" name="Slide Number Placeholder 3"/>
          <p:cNvSpPr>
            <a:spLocks noGrp="1"/>
          </p:cNvSpPr>
          <p:nvPr>
            <p:ph type="sldNum" sz="quarter" idx="10"/>
          </p:nvPr>
        </p:nvSpPr>
        <p:spPr/>
        <p:txBody>
          <a:bodyPr/>
          <a:lstStyle/>
          <a:p>
            <a:fld id="{990D4304-8622-465B-86F5-C04F8084CC8B}" type="slidenum">
              <a:rPr lang="en-IN" smtClean="0"/>
              <a:t>10</a:t>
            </a:fld>
            <a:endParaRPr lang="en-IN"/>
          </a:p>
        </p:txBody>
      </p:sp>
    </p:spTree>
    <p:extLst>
      <p:ext uri="{BB962C8B-B14F-4D97-AF65-F5344CB8AC3E}">
        <p14:creationId xmlns:p14="http://schemas.microsoft.com/office/powerpoint/2010/main" val="40281420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At the midpoint, the project contributes a structured and reproducible workflow for understanding an imbalanced financial dataset before </a:t>
            </a:r>
            <a:r>
              <a:rPr lang="en-US" dirty="0" err="1" smtClean="0"/>
              <a:t>modelling</a:t>
            </a:r>
            <a:r>
              <a:rPr lang="en-US" dirty="0" smtClean="0"/>
              <a:t>. The visual analysis makes the small fraud class and transaction patterns easier to interpret. The project also establishes a fair comparison plan in which five algorithms will use the same prepared data and evaluation framework. This is important because differences in preprocessing can otherwise make model comparisons unreliable. The final practical contribution cannot yet be claimed because training and evaluation remain incomplete. It will be established in the next draft after experimental evidence has been produced.</a:t>
            </a:r>
            <a:endParaRPr lang="en-IN" dirty="0" smtClean="0"/>
          </a:p>
          <a:p>
            <a:endParaRPr lang="en-IN" dirty="0"/>
          </a:p>
        </p:txBody>
      </p:sp>
      <p:sp>
        <p:nvSpPr>
          <p:cNvPr id="4" name="Slide Number Placeholder 3"/>
          <p:cNvSpPr>
            <a:spLocks noGrp="1"/>
          </p:cNvSpPr>
          <p:nvPr>
            <p:ph type="sldNum" sz="quarter" idx="10"/>
          </p:nvPr>
        </p:nvSpPr>
        <p:spPr/>
        <p:txBody>
          <a:bodyPr/>
          <a:lstStyle/>
          <a:p>
            <a:fld id="{990D4304-8622-465B-86F5-C04F8084CC8B}" type="slidenum">
              <a:rPr lang="en-IN" smtClean="0"/>
              <a:t>11</a:t>
            </a:fld>
            <a:endParaRPr lang="en-IN"/>
          </a:p>
        </p:txBody>
      </p:sp>
    </p:spTree>
    <p:extLst>
      <p:ext uri="{BB962C8B-B14F-4D97-AF65-F5344CB8AC3E}">
        <p14:creationId xmlns:p14="http://schemas.microsoft.com/office/powerpoint/2010/main" val="12603684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The results of the midpoint work show that the data is appropriate for a supervised credit card fraud detection study, but the class imbalance issue needs to be addressed carefully. Data understanding, data cleaning checks and exploratory </a:t>
            </a:r>
            <a:r>
              <a:rPr lang="en-US" dirty="0" err="1" smtClean="0"/>
              <a:t>visualisation</a:t>
            </a:r>
            <a:r>
              <a:rPr lang="en-US" dirty="0" smtClean="0"/>
              <a:t> have been completed and five suitable algorithms have been identified from literature. Until now the project has not yet been in the model training or evaluation phase, the best model is not presented at this stage. The planned preprocessing will be performed in the next draft, training of the models and their comparison will be done until the end of the study. </a:t>
            </a:r>
            <a:endParaRPr lang="en-GB" dirty="0" smtClean="0"/>
          </a:p>
          <a:p>
            <a:endParaRPr lang="en-IN" dirty="0"/>
          </a:p>
        </p:txBody>
      </p:sp>
      <p:sp>
        <p:nvSpPr>
          <p:cNvPr id="4" name="Slide Number Placeholder 3"/>
          <p:cNvSpPr>
            <a:spLocks noGrp="1"/>
          </p:cNvSpPr>
          <p:nvPr>
            <p:ph type="sldNum" sz="quarter" idx="10"/>
          </p:nvPr>
        </p:nvSpPr>
        <p:spPr/>
        <p:txBody>
          <a:bodyPr/>
          <a:lstStyle/>
          <a:p>
            <a:fld id="{990D4304-8622-465B-86F5-C04F8084CC8B}" type="slidenum">
              <a:rPr lang="en-IN" smtClean="0"/>
              <a:t>12</a:t>
            </a:fld>
            <a:endParaRPr lang="en-IN"/>
          </a:p>
        </p:txBody>
      </p:sp>
    </p:spTree>
    <p:extLst>
      <p:ext uri="{BB962C8B-B14F-4D97-AF65-F5344CB8AC3E}">
        <p14:creationId xmlns:p14="http://schemas.microsoft.com/office/powerpoint/2010/main" val="15589745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2F6146E-025B-7B6A-DD6E-14DD042D191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x-none"/>
          </a:p>
        </p:txBody>
      </p:sp>
      <p:sp>
        <p:nvSpPr>
          <p:cNvPr id="3" name="Subtitle 2">
            <a:extLst>
              <a:ext uri="{FF2B5EF4-FFF2-40B4-BE49-F238E27FC236}">
                <a16:creationId xmlns="" xmlns:a16="http://schemas.microsoft.com/office/drawing/2014/main" id="{7429D579-2CE0-D7F5-DD9A-4566A61A247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x-none"/>
          </a:p>
        </p:txBody>
      </p:sp>
      <p:sp>
        <p:nvSpPr>
          <p:cNvPr id="4" name="Date Placeholder 3">
            <a:extLst>
              <a:ext uri="{FF2B5EF4-FFF2-40B4-BE49-F238E27FC236}">
                <a16:creationId xmlns="" xmlns:a16="http://schemas.microsoft.com/office/drawing/2014/main" id="{5D31848B-773D-8D54-2B68-9FB62535111A}"/>
              </a:ext>
            </a:extLst>
          </p:cNvPr>
          <p:cNvSpPr>
            <a:spLocks noGrp="1"/>
          </p:cNvSpPr>
          <p:nvPr>
            <p:ph type="dt" sz="half" idx="10"/>
          </p:nvPr>
        </p:nvSpPr>
        <p:spPr/>
        <p:txBody>
          <a:bodyPr/>
          <a:lstStyle/>
          <a:p>
            <a:fld id="{C651EBA5-5D6B-1245-9328-7D2D181FC864}" type="datetimeFigureOut">
              <a:rPr lang="x-none" smtClean="0"/>
              <a:t>07-08-2026</a:t>
            </a:fld>
            <a:endParaRPr lang="x-none"/>
          </a:p>
        </p:txBody>
      </p:sp>
      <p:sp>
        <p:nvSpPr>
          <p:cNvPr id="5" name="Footer Placeholder 4">
            <a:extLst>
              <a:ext uri="{FF2B5EF4-FFF2-40B4-BE49-F238E27FC236}">
                <a16:creationId xmlns="" xmlns:a16="http://schemas.microsoft.com/office/drawing/2014/main" id="{14F6E86B-B30F-E8B6-CBBF-0AA3C9DADF10}"/>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 xmlns:a16="http://schemas.microsoft.com/office/drawing/2014/main" id="{A5D8DB1B-393D-60ED-A15E-16945887F557}"/>
              </a:ext>
            </a:extLst>
          </p:cNvPr>
          <p:cNvSpPr>
            <a:spLocks noGrp="1"/>
          </p:cNvSpPr>
          <p:nvPr>
            <p:ph type="sldNum" sz="quarter" idx="12"/>
          </p:nvPr>
        </p:nvSpPr>
        <p:spPr/>
        <p:txBody>
          <a:bodyPr/>
          <a:lstStyle/>
          <a:p>
            <a:fld id="{9C7BBBE9-DD51-4944-B30A-970ADBD11FC7}" type="slidenum">
              <a:rPr lang="x-none" smtClean="0"/>
              <a:t>‹#›</a:t>
            </a:fld>
            <a:endParaRPr lang="x-none"/>
          </a:p>
        </p:txBody>
      </p:sp>
    </p:spTree>
    <p:extLst>
      <p:ext uri="{BB962C8B-B14F-4D97-AF65-F5344CB8AC3E}">
        <p14:creationId xmlns:p14="http://schemas.microsoft.com/office/powerpoint/2010/main" val="19753034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4AF721D8-26C6-8B2E-115A-51E08C1E743B}"/>
              </a:ext>
            </a:extLst>
          </p:cNvPr>
          <p:cNvSpPr>
            <a:spLocks noGrp="1"/>
          </p:cNvSpPr>
          <p:nvPr>
            <p:ph type="title"/>
          </p:nvPr>
        </p:nvSpPr>
        <p:spPr/>
        <p:txBody>
          <a:bodyPr/>
          <a:lstStyle/>
          <a:p>
            <a:r>
              <a:rPr lang="en-US"/>
              <a:t>Click to edit Master title style</a:t>
            </a:r>
            <a:endParaRPr lang="x-none"/>
          </a:p>
        </p:txBody>
      </p:sp>
      <p:sp>
        <p:nvSpPr>
          <p:cNvPr id="3" name="Content Placeholder 2">
            <a:extLst>
              <a:ext uri="{FF2B5EF4-FFF2-40B4-BE49-F238E27FC236}">
                <a16:creationId xmlns="" xmlns:a16="http://schemas.microsoft.com/office/drawing/2014/main" id="{390F334F-FE54-151D-8597-0467C40DF74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 xmlns:a16="http://schemas.microsoft.com/office/drawing/2014/main" id="{2E4A9ECA-08F1-8A31-74A1-FB1E430C6642}"/>
              </a:ext>
            </a:extLst>
          </p:cNvPr>
          <p:cNvSpPr>
            <a:spLocks noGrp="1"/>
          </p:cNvSpPr>
          <p:nvPr>
            <p:ph type="dt" sz="half" idx="10"/>
          </p:nvPr>
        </p:nvSpPr>
        <p:spPr/>
        <p:txBody>
          <a:bodyPr/>
          <a:lstStyle/>
          <a:p>
            <a:fld id="{C651EBA5-5D6B-1245-9328-7D2D181FC864}" type="datetimeFigureOut">
              <a:rPr lang="x-none" smtClean="0"/>
              <a:t>07-08-2026</a:t>
            </a:fld>
            <a:endParaRPr lang="x-none"/>
          </a:p>
        </p:txBody>
      </p:sp>
      <p:sp>
        <p:nvSpPr>
          <p:cNvPr id="5" name="Footer Placeholder 4">
            <a:extLst>
              <a:ext uri="{FF2B5EF4-FFF2-40B4-BE49-F238E27FC236}">
                <a16:creationId xmlns="" xmlns:a16="http://schemas.microsoft.com/office/drawing/2014/main" id="{D63B5726-E711-1E74-F908-5D162A3759CB}"/>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 xmlns:a16="http://schemas.microsoft.com/office/drawing/2014/main" id="{C7939161-18A9-7D99-4AA5-1128CB3F43AA}"/>
              </a:ext>
            </a:extLst>
          </p:cNvPr>
          <p:cNvSpPr>
            <a:spLocks noGrp="1"/>
          </p:cNvSpPr>
          <p:nvPr>
            <p:ph type="sldNum" sz="quarter" idx="12"/>
          </p:nvPr>
        </p:nvSpPr>
        <p:spPr/>
        <p:txBody>
          <a:bodyPr/>
          <a:lstStyle/>
          <a:p>
            <a:fld id="{9C7BBBE9-DD51-4944-B30A-970ADBD11FC7}" type="slidenum">
              <a:rPr lang="x-none" smtClean="0"/>
              <a:t>‹#›</a:t>
            </a:fld>
            <a:endParaRPr lang="x-none"/>
          </a:p>
        </p:txBody>
      </p:sp>
    </p:spTree>
    <p:extLst>
      <p:ext uri="{BB962C8B-B14F-4D97-AF65-F5344CB8AC3E}">
        <p14:creationId xmlns:p14="http://schemas.microsoft.com/office/powerpoint/2010/main" val="18983327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A83DE43-7D37-7653-C06C-B9D03E1FADF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x-none"/>
          </a:p>
        </p:txBody>
      </p:sp>
      <p:sp>
        <p:nvSpPr>
          <p:cNvPr id="3" name="Text Placeholder 2">
            <a:extLst>
              <a:ext uri="{FF2B5EF4-FFF2-40B4-BE49-F238E27FC236}">
                <a16:creationId xmlns="" xmlns:a16="http://schemas.microsoft.com/office/drawing/2014/main" id="{F4C5DC3B-1351-DF08-A8AD-9E6AB5E0062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 xmlns:a16="http://schemas.microsoft.com/office/drawing/2014/main" id="{84D8DA74-EA74-55DA-B4D2-59DC979772F1}"/>
              </a:ext>
            </a:extLst>
          </p:cNvPr>
          <p:cNvSpPr>
            <a:spLocks noGrp="1"/>
          </p:cNvSpPr>
          <p:nvPr>
            <p:ph type="dt" sz="half" idx="10"/>
          </p:nvPr>
        </p:nvSpPr>
        <p:spPr/>
        <p:txBody>
          <a:bodyPr/>
          <a:lstStyle/>
          <a:p>
            <a:fld id="{C651EBA5-5D6B-1245-9328-7D2D181FC864}" type="datetimeFigureOut">
              <a:rPr lang="x-none" smtClean="0"/>
              <a:t>07-08-2026</a:t>
            </a:fld>
            <a:endParaRPr lang="x-none"/>
          </a:p>
        </p:txBody>
      </p:sp>
      <p:sp>
        <p:nvSpPr>
          <p:cNvPr id="5" name="Footer Placeholder 4">
            <a:extLst>
              <a:ext uri="{FF2B5EF4-FFF2-40B4-BE49-F238E27FC236}">
                <a16:creationId xmlns="" xmlns:a16="http://schemas.microsoft.com/office/drawing/2014/main" id="{F21B7FD0-7FE3-F9A2-A9E4-10E0430C39CA}"/>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 xmlns:a16="http://schemas.microsoft.com/office/drawing/2014/main" id="{B82691C0-755D-C26B-C3AF-FFAC22790153}"/>
              </a:ext>
            </a:extLst>
          </p:cNvPr>
          <p:cNvSpPr>
            <a:spLocks noGrp="1"/>
          </p:cNvSpPr>
          <p:nvPr>
            <p:ph type="sldNum" sz="quarter" idx="12"/>
          </p:nvPr>
        </p:nvSpPr>
        <p:spPr/>
        <p:txBody>
          <a:bodyPr/>
          <a:lstStyle/>
          <a:p>
            <a:fld id="{9C7BBBE9-DD51-4944-B30A-970ADBD11FC7}" type="slidenum">
              <a:rPr lang="x-none" smtClean="0"/>
              <a:t>‹#›</a:t>
            </a:fld>
            <a:endParaRPr lang="x-none"/>
          </a:p>
        </p:txBody>
      </p:sp>
    </p:spTree>
    <p:extLst>
      <p:ext uri="{BB962C8B-B14F-4D97-AF65-F5344CB8AC3E}">
        <p14:creationId xmlns:p14="http://schemas.microsoft.com/office/powerpoint/2010/main" val="17381782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8DEDF1B-ADB6-92B0-EF70-062EB5EBFCE2}"/>
              </a:ext>
            </a:extLst>
          </p:cNvPr>
          <p:cNvSpPr>
            <a:spLocks noGrp="1"/>
          </p:cNvSpPr>
          <p:nvPr>
            <p:ph type="title"/>
          </p:nvPr>
        </p:nvSpPr>
        <p:spPr/>
        <p:txBody>
          <a:bodyPr/>
          <a:lstStyle/>
          <a:p>
            <a:r>
              <a:rPr lang="en-US"/>
              <a:t>Click to edit Master title style</a:t>
            </a:r>
            <a:endParaRPr lang="x-none"/>
          </a:p>
        </p:txBody>
      </p:sp>
      <p:sp>
        <p:nvSpPr>
          <p:cNvPr id="3" name="Content Placeholder 2">
            <a:extLst>
              <a:ext uri="{FF2B5EF4-FFF2-40B4-BE49-F238E27FC236}">
                <a16:creationId xmlns="" xmlns:a16="http://schemas.microsoft.com/office/drawing/2014/main" id="{92024E5E-1580-1937-361A-221D550C2B1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Content Placeholder 3">
            <a:extLst>
              <a:ext uri="{FF2B5EF4-FFF2-40B4-BE49-F238E27FC236}">
                <a16:creationId xmlns="" xmlns:a16="http://schemas.microsoft.com/office/drawing/2014/main" id="{490DB68E-FA91-8367-6D31-EA7CFA28F93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Date Placeholder 4">
            <a:extLst>
              <a:ext uri="{FF2B5EF4-FFF2-40B4-BE49-F238E27FC236}">
                <a16:creationId xmlns="" xmlns:a16="http://schemas.microsoft.com/office/drawing/2014/main" id="{1E2A4637-E2F9-461A-FA9B-AD9CB35732A1}"/>
              </a:ext>
            </a:extLst>
          </p:cNvPr>
          <p:cNvSpPr>
            <a:spLocks noGrp="1"/>
          </p:cNvSpPr>
          <p:nvPr>
            <p:ph type="dt" sz="half" idx="10"/>
          </p:nvPr>
        </p:nvSpPr>
        <p:spPr/>
        <p:txBody>
          <a:bodyPr/>
          <a:lstStyle/>
          <a:p>
            <a:fld id="{C651EBA5-5D6B-1245-9328-7D2D181FC864}" type="datetimeFigureOut">
              <a:rPr lang="x-none" smtClean="0"/>
              <a:t>07-08-2026</a:t>
            </a:fld>
            <a:endParaRPr lang="x-none"/>
          </a:p>
        </p:txBody>
      </p:sp>
      <p:sp>
        <p:nvSpPr>
          <p:cNvPr id="6" name="Footer Placeholder 5">
            <a:extLst>
              <a:ext uri="{FF2B5EF4-FFF2-40B4-BE49-F238E27FC236}">
                <a16:creationId xmlns="" xmlns:a16="http://schemas.microsoft.com/office/drawing/2014/main" id="{AD609860-27E2-9809-EF8C-4AE193AEC5CD}"/>
              </a:ext>
            </a:extLst>
          </p:cNvPr>
          <p:cNvSpPr>
            <a:spLocks noGrp="1"/>
          </p:cNvSpPr>
          <p:nvPr>
            <p:ph type="ftr" sz="quarter" idx="11"/>
          </p:nvPr>
        </p:nvSpPr>
        <p:spPr/>
        <p:txBody>
          <a:bodyPr/>
          <a:lstStyle/>
          <a:p>
            <a:endParaRPr lang="x-none"/>
          </a:p>
        </p:txBody>
      </p:sp>
      <p:sp>
        <p:nvSpPr>
          <p:cNvPr id="7" name="Slide Number Placeholder 6">
            <a:extLst>
              <a:ext uri="{FF2B5EF4-FFF2-40B4-BE49-F238E27FC236}">
                <a16:creationId xmlns="" xmlns:a16="http://schemas.microsoft.com/office/drawing/2014/main" id="{D7DBDDD3-1D7C-C58F-499B-E0E581C0CB2F}"/>
              </a:ext>
            </a:extLst>
          </p:cNvPr>
          <p:cNvSpPr>
            <a:spLocks noGrp="1"/>
          </p:cNvSpPr>
          <p:nvPr>
            <p:ph type="sldNum" sz="quarter" idx="12"/>
          </p:nvPr>
        </p:nvSpPr>
        <p:spPr/>
        <p:txBody>
          <a:bodyPr/>
          <a:lstStyle/>
          <a:p>
            <a:fld id="{9C7BBBE9-DD51-4944-B30A-970ADBD11FC7}" type="slidenum">
              <a:rPr lang="x-none" smtClean="0"/>
              <a:t>‹#›</a:t>
            </a:fld>
            <a:endParaRPr lang="x-none"/>
          </a:p>
        </p:txBody>
      </p:sp>
    </p:spTree>
    <p:extLst>
      <p:ext uri="{BB962C8B-B14F-4D97-AF65-F5344CB8AC3E}">
        <p14:creationId xmlns:p14="http://schemas.microsoft.com/office/powerpoint/2010/main" val="33016764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D34ED02-82BE-2C58-0458-741FBBF90CE3}"/>
              </a:ext>
            </a:extLst>
          </p:cNvPr>
          <p:cNvSpPr>
            <a:spLocks noGrp="1"/>
          </p:cNvSpPr>
          <p:nvPr>
            <p:ph type="title"/>
          </p:nvPr>
        </p:nvSpPr>
        <p:spPr>
          <a:xfrm>
            <a:off x="839788" y="365125"/>
            <a:ext cx="10515600" cy="1325563"/>
          </a:xfrm>
        </p:spPr>
        <p:txBody>
          <a:bodyPr/>
          <a:lstStyle/>
          <a:p>
            <a:r>
              <a:rPr lang="en-US"/>
              <a:t>Click to edit Master title style</a:t>
            </a:r>
            <a:endParaRPr lang="x-none"/>
          </a:p>
        </p:txBody>
      </p:sp>
      <p:sp>
        <p:nvSpPr>
          <p:cNvPr id="3" name="Text Placeholder 2">
            <a:extLst>
              <a:ext uri="{FF2B5EF4-FFF2-40B4-BE49-F238E27FC236}">
                <a16:creationId xmlns="" xmlns:a16="http://schemas.microsoft.com/office/drawing/2014/main" id="{31957A7A-4BA1-4042-BACC-77085BEBA93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 xmlns:a16="http://schemas.microsoft.com/office/drawing/2014/main" id="{4E3CEF58-8BD3-D6FF-17F3-AAE53A86813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5" name="Text Placeholder 4">
            <a:extLst>
              <a:ext uri="{FF2B5EF4-FFF2-40B4-BE49-F238E27FC236}">
                <a16:creationId xmlns="" xmlns:a16="http://schemas.microsoft.com/office/drawing/2014/main" id="{54397340-9005-57A1-807C-2D0A22B1498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 xmlns:a16="http://schemas.microsoft.com/office/drawing/2014/main" id="{83F13E69-E6D7-7A4A-0C61-B9EFD313D45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7" name="Date Placeholder 6">
            <a:extLst>
              <a:ext uri="{FF2B5EF4-FFF2-40B4-BE49-F238E27FC236}">
                <a16:creationId xmlns="" xmlns:a16="http://schemas.microsoft.com/office/drawing/2014/main" id="{8ECAF452-14D5-268B-6BAF-45CEB52DD9B7}"/>
              </a:ext>
            </a:extLst>
          </p:cNvPr>
          <p:cNvSpPr>
            <a:spLocks noGrp="1"/>
          </p:cNvSpPr>
          <p:nvPr>
            <p:ph type="dt" sz="half" idx="10"/>
          </p:nvPr>
        </p:nvSpPr>
        <p:spPr/>
        <p:txBody>
          <a:bodyPr/>
          <a:lstStyle/>
          <a:p>
            <a:fld id="{C651EBA5-5D6B-1245-9328-7D2D181FC864}" type="datetimeFigureOut">
              <a:rPr lang="x-none" smtClean="0"/>
              <a:t>07-08-2026</a:t>
            </a:fld>
            <a:endParaRPr lang="x-none"/>
          </a:p>
        </p:txBody>
      </p:sp>
      <p:sp>
        <p:nvSpPr>
          <p:cNvPr id="8" name="Footer Placeholder 7">
            <a:extLst>
              <a:ext uri="{FF2B5EF4-FFF2-40B4-BE49-F238E27FC236}">
                <a16:creationId xmlns="" xmlns:a16="http://schemas.microsoft.com/office/drawing/2014/main" id="{F36E0D52-BE96-604D-4457-BDF3DE0C4578}"/>
              </a:ext>
            </a:extLst>
          </p:cNvPr>
          <p:cNvSpPr>
            <a:spLocks noGrp="1"/>
          </p:cNvSpPr>
          <p:nvPr>
            <p:ph type="ftr" sz="quarter" idx="11"/>
          </p:nvPr>
        </p:nvSpPr>
        <p:spPr/>
        <p:txBody>
          <a:bodyPr/>
          <a:lstStyle/>
          <a:p>
            <a:endParaRPr lang="x-none"/>
          </a:p>
        </p:txBody>
      </p:sp>
      <p:sp>
        <p:nvSpPr>
          <p:cNvPr id="9" name="Slide Number Placeholder 8">
            <a:extLst>
              <a:ext uri="{FF2B5EF4-FFF2-40B4-BE49-F238E27FC236}">
                <a16:creationId xmlns="" xmlns:a16="http://schemas.microsoft.com/office/drawing/2014/main" id="{94F283A5-9EE4-2BC1-9878-A58B113B9281}"/>
              </a:ext>
            </a:extLst>
          </p:cNvPr>
          <p:cNvSpPr>
            <a:spLocks noGrp="1"/>
          </p:cNvSpPr>
          <p:nvPr>
            <p:ph type="sldNum" sz="quarter" idx="12"/>
          </p:nvPr>
        </p:nvSpPr>
        <p:spPr/>
        <p:txBody>
          <a:bodyPr/>
          <a:lstStyle/>
          <a:p>
            <a:fld id="{9C7BBBE9-DD51-4944-B30A-970ADBD11FC7}" type="slidenum">
              <a:rPr lang="x-none" smtClean="0"/>
              <a:t>‹#›</a:t>
            </a:fld>
            <a:endParaRPr lang="x-none"/>
          </a:p>
        </p:txBody>
      </p:sp>
    </p:spTree>
    <p:extLst>
      <p:ext uri="{BB962C8B-B14F-4D97-AF65-F5344CB8AC3E}">
        <p14:creationId xmlns:p14="http://schemas.microsoft.com/office/powerpoint/2010/main" val="15556073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FCE8EA0-EB41-5852-F2CB-450D5594567C}"/>
              </a:ext>
            </a:extLst>
          </p:cNvPr>
          <p:cNvSpPr>
            <a:spLocks noGrp="1"/>
          </p:cNvSpPr>
          <p:nvPr>
            <p:ph type="title"/>
          </p:nvPr>
        </p:nvSpPr>
        <p:spPr/>
        <p:txBody>
          <a:bodyPr/>
          <a:lstStyle/>
          <a:p>
            <a:r>
              <a:rPr lang="en-US"/>
              <a:t>Click to edit Master title style</a:t>
            </a:r>
            <a:endParaRPr lang="x-none"/>
          </a:p>
        </p:txBody>
      </p:sp>
      <p:sp>
        <p:nvSpPr>
          <p:cNvPr id="3" name="Date Placeholder 2">
            <a:extLst>
              <a:ext uri="{FF2B5EF4-FFF2-40B4-BE49-F238E27FC236}">
                <a16:creationId xmlns="" xmlns:a16="http://schemas.microsoft.com/office/drawing/2014/main" id="{34FA2628-E1A6-3B41-7002-4D841C63AD41}"/>
              </a:ext>
            </a:extLst>
          </p:cNvPr>
          <p:cNvSpPr>
            <a:spLocks noGrp="1"/>
          </p:cNvSpPr>
          <p:nvPr>
            <p:ph type="dt" sz="half" idx="10"/>
          </p:nvPr>
        </p:nvSpPr>
        <p:spPr/>
        <p:txBody>
          <a:bodyPr/>
          <a:lstStyle/>
          <a:p>
            <a:fld id="{C651EBA5-5D6B-1245-9328-7D2D181FC864}" type="datetimeFigureOut">
              <a:rPr lang="x-none" smtClean="0"/>
              <a:t>07-08-2026</a:t>
            </a:fld>
            <a:endParaRPr lang="x-none"/>
          </a:p>
        </p:txBody>
      </p:sp>
      <p:sp>
        <p:nvSpPr>
          <p:cNvPr id="4" name="Footer Placeholder 3">
            <a:extLst>
              <a:ext uri="{FF2B5EF4-FFF2-40B4-BE49-F238E27FC236}">
                <a16:creationId xmlns="" xmlns:a16="http://schemas.microsoft.com/office/drawing/2014/main" id="{03B96072-6399-AE6D-1858-B423A9214633}"/>
              </a:ext>
            </a:extLst>
          </p:cNvPr>
          <p:cNvSpPr>
            <a:spLocks noGrp="1"/>
          </p:cNvSpPr>
          <p:nvPr>
            <p:ph type="ftr" sz="quarter" idx="11"/>
          </p:nvPr>
        </p:nvSpPr>
        <p:spPr/>
        <p:txBody>
          <a:bodyPr/>
          <a:lstStyle/>
          <a:p>
            <a:endParaRPr lang="x-none"/>
          </a:p>
        </p:txBody>
      </p:sp>
      <p:sp>
        <p:nvSpPr>
          <p:cNvPr id="5" name="Slide Number Placeholder 4">
            <a:extLst>
              <a:ext uri="{FF2B5EF4-FFF2-40B4-BE49-F238E27FC236}">
                <a16:creationId xmlns="" xmlns:a16="http://schemas.microsoft.com/office/drawing/2014/main" id="{639C3BC3-F868-3845-0742-5D30E95EC110}"/>
              </a:ext>
            </a:extLst>
          </p:cNvPr>
          <p:cNvSpPr>
            <a:spLocks noGrp="1"/>
          </p:cNvSpPr>
          <p:nvPr>
            <p:ph type="sldNum" sz="quarter" idx="12"/>
          </p:nvPr>
        </p:nvSpPr>
        <p:spPr/>
        <p:txBody>
          <a:bodyPr/>
          <a:lstStyle/>
          <a:p>
            <a:fld id="{9C7BBBE9-DD51-4944-B30A-970ADBD11FC7}" type="slidenum">
              <a:rPr lang="x-none" smtClean="0"/>
              <a:t>‹#›</a:t>
            </a:fld>
            <a:endParaRPr lang="x-none"/>
          </a:p>
        </p:txBody>
      </p:sp>
    </p:spTree>
    <p:extLst>
      <p:ext uri="{BB962C8B-B14F-4D97-AF65-F5344CB8AC3E}">
        <p14:creationId xmlns:p14="http://schemas.microsoft.com/office/powerpoint/2010/main" val="22117763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1A11AE74-01F2-AD67-9421-1758589CAF2E}"/>
              </a:ext>
            </a:extLst>
          </p:cNvPr>
          <p:cNvSpPr>
            <a:spLocks noGrp="1"/>
          </p:cNvSpPr>
          <p:nvPr>
            <p:ph type="dt" sz="half" idx="10"/>
          </p:nvPr>
        </p:nvSpPr>
        <p:spPr/>
        <p:txBody>
          <a:bodyPr/>
          <a:lstStyle/>
          <a:p>
            <a:fld id="{C651EBA5-5D6B-1245-9328-7D2D181FC864}" type="datetimeFigureOut">
              <a:rPr lang="x-none" smtClean="0"/>
              <a:t>07-08-2026</a:t>
            </a:fld>
            <a:endParaRPr lang="x-none"/>
          </a:p>
        </p:txBody>
      </p:sp>
      <p:sp>
        <p:nvSpPr>
          <p:cNvPr id="3" name="Footer Placeholder 2">
            <a:extLst>
              <a:ext uri="{FF2B5EF4-FFF2-40B4-BE49-F238E27FC236}">
                <a16:creationId xmlns="" xmlns:a16="http://schemas.microsoft.com/office/drawing/2014/main" id="{B29A62D4-1958-456C-B424-1862633C272A}"/>
              </a:ext>
            </a:extLst>
          </p:cNvPr>
          <p:cNvSpPr>
            <a:spLocks noGrp="1"/>
          </p:cNvSpPr>
          <p:nvPr>
            <p:ph type="ftr" sz="quarter" idx="11"/>
          </p:nvPr>
        </p:nvSpPr>
        <p:spPr/>
        <p:txBody>
          <a:bodyPr/>
          <a:lstStyle/>
          <a:p>
            <a:endParaRPr lang="x-none"/>
          </a:p>
        </p:txBody>
      </p:sp>
      <p:sp>
        <p:nvSpPr>
          <p:cNvPr id="4" name="Slide Number Placeholder 3">
            <a:extLst>
              <a:ext uri="{FF2B5EF4-FFF2-40B4-BE49-F238E27FC236}">
                <a16:creationId xmlns="" xmlns:a16="http://schemas.microsoft.com/office/drawing/2014/main" id="{9BAD2DC6-7315-40F6-B6A4-3DD1F7B84DAD}"/>
              </a:ext>
            </a:extLst>
          </p:cNvPr>
          <p:cNvSpPr>
            <a:spLocks noGrp="1"/>
          </p:cNvSpPr>
          <p:nvPr>
            <p:ph type="sldNum" sz="quarter" idx="12"/>
          </p:nvPr>
        </p:nvSpPr>
        <p:spPr/>
        <p:txBody>
          <a:bodyPr/>
          <a:lstStyle/>
          <a:p>
            <a:fld id="{9C7BBBE9-DD51-4944-B30A-970ADBD11FC7}" type="slidenum">
              <a:rPr lang="x-none" smtClean="0"/>
              <a:t>‹#›</a:t>
            </a:fld>
            <a:endParaRPr lang="x-none"/>
          </a:p>
        </p:txBody>
      </p:sp>
    </p:spTree>
    <p:extLst>
      <p:ext uri="{BB962C8B-B14F-4D97-AF65-F5344CB8AC3E}">
        <p14:creationId xmlns:p14="http://schemas.microsoft.com/office/powerpoint/2010/main" val="23563636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5A63C262-380F-F317-8211-3776EE5E461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x-none"/>
          </a:p>
        </p:txBody>
      </p:sp>
      <p:sp>
        <p:nvSpPr>
          <p:cNvPr id="3" name="Content Placeholder 2">
            <a:extLst>
              <a:ext uri="{FF2B5EF4-FFF2-40B4-BE49-F238E27FC236}">
                <a16:creationId xmlns="" xmlns:a16="http://schemas.microsoft.com/office/drawing/2014/main" id="{28EDB357-CB8F-56E3-BE11-57E90591BA2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Text Placeholder 3">
            <a:extLst>
              <a:ext uri="{FF2B5EF4-FFF2-40B4-BE49-F238E27FC236}">
                <a16:creationId xmlns="" xmlns:a16="http://schemas.microsoft.com/office/drawing/2014/main" id="{7964655B-759E-6A23-C49F-688B5DC5762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944699B3-539B-0C94-15D4-7FF9574687F8}"/>
              </a:ext>
            </a:extLst>
          </p:cNvPr>
          <p:cNvSpPr>
            <a:spLocks noGrp="1"/>
          </p:cNvSpPr>
          <p:nvPr>
            <p:ph type="dt" sz="half" idx="10"/>
          </p:nvPr>
        </p:nvSpPr>
        <p:spPr/>
        <p:txBody>
          <a:bodyPr/>
          <a:lstStyle/>
          <a:p>
            <a:fld id="{C651EBA5-5D6B-1245-9328-7D2D181FC864}" type="datetimeFigureOut">
              <a:rPr lang="x-none" smtClean="0"/>
              <a:t>07-08-2026</a:t>
            </a:fld>
            <a:endParaRPr lang="x-none"/>
          </a:p>
        </p:txBody>
      </p:sp>
      <p:sp>
        <p:nvSpPr>
          <p:cNvPr id="6" name="Footer Placeholder 5">
            <a:extLst>
              <a:ext uri="{FF2B5EF4-FFF2-40B4-BE49-F238E27FC236}">
                <a16:creationId xmlns="" xmlns:a16="http://schemas.microsoft.com/office/drawing/2014/main" id="{4BC0CA7F-040E-0074-A6EB-B95435912321}"/>
              </a:ext>
            </a:extLst>
          </p:cNvPr>
          <p:cNvSpPr>
            <a:spLocks noGrp="1"/>
          </p:cNvSpPr>
          <p:nvPr>
            <p:ph type="ftr" sz="quarter" idx="11"/>
          </p:nvPr>
        </p:nvSpPr>
        <p:spPr/>
        <p:txBody>
          <a:bodyPr/>
          <a:lstStyle/>
          <a:p>
            <a:endParaRPr lang="x-none"/>
          </a:p>
        </p:txBody>
      </p:sp>
      <p:sp>
        <p:nvSpPr>
          <p:cNvPr id="7" name="Slide Number Placeholder 6">
            <a:extLst>
              <a:ext uri="{FF2B5EF4-FFF2-40B4-BE49-F238E27FC236}">
                <a16:creationId xmlns="" xmlns:a16="http://schemas.microsoft.com/office/drawing/2014/main" id="{4E81E667-F726-F73A-3636-855220B211F7}"/>
              </a:ext>
            </a:extLst>
          </p:cNvPr>
          <p:cNvSpPr>
            <a:spLocks noGrp="1"/>
          </p:cNvSpPr>
          <p:nvPr>
            <p:ph type="sldNum" sz="quarter" idx="12"/>
          </p:nvPr>
        </p:nvSpPr>
        <p:spPr/>
        <p:txBody>
          <a:bodyPr/>
          <a:lstStyle/>
          <a:p>
            <a:fld id="{9C7BBBE9-DD51-4944-B30A-970ADBD11FC7}" type="slidenum">
              <a:rPr lang="x-none" smtClean="0"/>
              <a:t>‹#›</a:t>
            </a:fld>
            <a:endParaRPr lang="x-none"/>
          </a:p>
        </p:txBody>
      </p:sp>
    </p:spTree>
    <p:extLst>
      <p:ext uri="{BB962C8B-B14F-4D97-AF65-F5344CB8AC3E}">
        <p14:creationId xmlns:p14="http://schemas.microsoft.com/office/powerpoint/2010/main" val="30793138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B516A11-30A9-D30E-F2FD-9BF3C76D284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x-none"/>
          </a:p>
        </p:txBody>
      </p:sp>
      <p:sp>
        <p:nvSpPr>
          <p:cNvPr id="3" name="Picture Placeholder 2">
            <a:extLst>
              <a:ext uri="{FF2B5EF4-FFF2-40B4-BE49-F238E27FC236}">
                <a16:creationId xmlns="" xmlns:a16="http://schemas.microsoft.com/office/drawing/2014/main" id="{B49E376C-4EB1-EA6D-4C47-AC7BE924E4F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x-none"/>
          </a:p>
        </p:txBody>
      </p:sp>
      <p:sp>
        <p:nvSpPr>
          <p:cNvPr id="4" name="Text Placeholder 3">
            <a:extLst>
              <a:ext uri="{FF2B5EF4-FFF2-40B4-BE49-F238E27FC236}">
                <a16:creationId xmlns="" xmlns:a16="http://schemas.microsoft.com/office/drawing/2014/main" id="{F7136556-32AB-9242-F43E-A2A75465893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FB72AD94-779F-7437-9FF3-6AC2A60C5F71}"/>
              </a:ext>
            </a:extLst>
          </p:cNvPr>
          <p:cNvSpPr>
            <a:spLocks noGrp="1"/>
          </p:cNvSpPr>
          <p:nvPr>
            <p:ph type="dt" sz="half" idx="10"/>
          </p:nvPr>
        </p:nvSpPr>
        <p:spPr/>
        <p:txBody>
          <a:bodyPr/>
          <a:lstStyle/>
          <a:p>
            <a:fld id="{C651EBA5-5D6B-1245-9328-7D2D181FC864}" type="datetimeFigureOut">
              <a:rPr lang="x-none" smtClean="0"/>
              <a:t>07-08-2026</a:t>
            </a:fld>
            <a:endParaRPr lang="x-none"/>
          </a:p>
        </p:txBody>
      </p:sp>
      <p:sp>
        <p:nvSpPr>
          <p:cNvPr id="6" name="Footer Placeholder 5">
            <a:extLst>
              <a:ext uri="{FF2B5EF4-FFF2-40B4-BE49-F238E27FC236}">
                <a16:creationId xmlns="" xmlns:a16="http://schemas.microsoft.com/office/drawing/2014/main" id="{DE9315A0-33FE-F521-45E0-1937BB49A565}"/>
              </a:ext>
            </a:extLst>
          </p:cNvPr>
          <p:cNvSpPr>
            <a:spLocks noGrp="1"/>
          </p:cNvSpPr>
          <p:nvPr>
            <p:ph type="ftr" sz="quarter" idx="11"/>
          </p:nvPr>
        </p:nvSpPr>
        <p:spPr/>
        <p:txBody>
          <a:bodyPr/>
          <a:lstStyle/>
          <a:p>
            <a:endParaRPr lang="x-none"/>
          </a:p>
        </p:txBody>
      </p:sp>
      <p:sp>
        <p:nvSpPr>
          <p:cNvPr id="7" name="Slide Number Placeholder 6">
            <a:extLst>
              <a:ext uri="{FF2B5EF4-FFF2-40B4-BE49-F238E27FC236}">
                <a16:creationId xmlns="" xmlns:a16="http://schemas.microsoft.com/office/drawing/2014/main" id="{B229C8E9-7274-3A8C-2BC7-1A1FAB602CB9}"/>
              </a:ext>
            </a:extLst>
          </p:cNvPr>
          <p:cNvSpPr>
            <a:spLocks noGrp="1"/>
          </p:cNvSpPr>
          <p:nvPr>
            <p:ph type="sldNum" sz="quarter" idx="12"/>
          </p:nvPr>
        </p:nvSpPr>
        <p:spPr/>
        <p:txBody>
          <a:bodyPr/>
          <a:lstStyle/>
          <a:p>
            <a:fld id="{9C7BBBE9-DD51-4944-B30A-970ADBD11FC7}" type="slidenum">
              <a:rPr lang="x-none" smtClean="0"/>
              <a:t>‹#›</a:t>
            </a:fld>
            <a:endParaRPr lang="x-none"/>
          </a:p>
        </p:txBody>
      </p:sp>
    </p:spTree>
    <p:extLst>
      <p:ext uri="{BB962C8B-B14F-4D97-AF65-F5344CB8AC3E}">
        <p14:creationId xmlns:p14="http://schemas.microsoft.com/office/powerpoint/2010/main" val="17539879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E42D4919-C418-464A-6DC8-91712F97F529}"/>
              </a:ext>
            </a:extLst>
          </p:cNvPr>
          <p:cNvSpPr>
            <a:spLocks noGrp="1"/>
          </p:cNvSpPr>
          <p:nvPr>
            <p:ph type="title"/>
          </p:nvPr>
        </p:nvSpPr>
        <p:spPr/>
        <p:txBody>
          <a:bodyPr/>
          <a:lstStyle/>
          <a:p>
            <a:r>
              <a:rPr lang="en-US"/>
              <a:t>Click to edit Master title style</a:t>
            </a:r>
            <a:endParaRPr lang="x-none"/>
          </a:p>
        </p:txBody>
      </p:sp>
      <p:sp>
        <p:nvSpPr>
          <p:cNvPr id="3" name="Vertical Text Placeholder 2">
            <a:extLst>
              <a:ext uri="{FF2B5EF4-FFF2-40B4-BE49-F238E27FC236}">
                <a16:creationId xmlns="" xmlns:a16="http://schemas.microsoft.com/office/drawing/2014/main" id="{1B2FF419-0B82-778B-CCD7-8BBA6AD892E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 xmlns:a16="http://schemas.microsoft.com/office/drawing/2014/main" id="{FC994307-56CD-1AE6-64BF-35F93EDA0E83}"/>
              </a:ext>
            </a:extLst>
          </p:cNvPr>
          <p:cNvSpPr>
            <a:spLocks noGrp="1"/>
          </p:cNvSpPr>
          <p:nvPr>
            <p:ph type="dt" sz="half" idx="10"/>
          </p:nvPr>
        </p:nvSpPr>
        <p:spPr/>
        <p:txBody>
          <a:bodyPr/>
          <a:lstStyle/>
          <a:p>
            <a:fld id="{C651EBA5-5D6B-1245-9328-7D2D181FC864}" type="datetimeFigureOut">
              <a:rPr lang="x-none" smtClean="0"/>
              <a:t>07-08-2026</a:t>
            </a:fld>
            <a:endParaRPr lang="x-none"/>
          </a:p>
        </p:txBody>
      </p:sp>
      <p:sp>
        <p:nvSpPr>
          <p:cNvPr id="5" name="Footer Placeholder 4">
            <a:extLst>
              <a:ext uri="{FF2B5EF4-FFF2-40B4-BE49-F238E27FC236}">
                <a16:creationId xmlns="" xmlns:a16="http://schemas.microsoft.com/office/drawing/2014/main" id="{F0ED42F2-DF6C-515E-7D7F-989BDACF803A}"/>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 xmlns:a16="http://schemas.microsoft.com/office/drawing/2014/main" id="{08618A75-0176-3FB5-5E74-0A899A5B9A34}"/>
              </a:ext>
            </a:extLst>
          </p:cNvPr>
          <p:cNvSpPr>
            <a:spLocks noGrp="1"/>
          </p:cNvSpPr>
          <p:nvPr>
            <p:ph type="sldNum" sz="quarter" idx="12"/>
          </p:nvPr>
        </p:nvSpPr>
        <p:spPr/>
        <p:txBody>
          <a:bodyPr/>
          <a:lstStyle/>
          <a:p>
            <a:fld id="{9C7BBBE9-DD51-4944-B30A-970ADBD11FC7}" type="slidenum">
              <a:rPr lang="x-none" smtClean="0"/>
              <a:t>‹#›</a:t>
            </a:fld>
            <a:endParaRPr lang="x-none"/>
          </a:p>
        </p:txBody>
      </p:sp>
    </p:spTree>
    <p:extLst>
      <p:ext uri="{BB962C8B-B14F-4D97-AF65-F5344CB8AC3E}">
        <p14:creationId xmlns:p14="http://schemas.microsoft.com/office/powerpoint/2010/main" val="24238359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E01C3C9E-4554-8455-B064-B3E496A4661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x-none"/>
          </a:p>
        </p:txBody>
      </p:sp>
      <p:sp>
        <p:nvSpPr>
          <p:cNvPr id="3" name="Vertical Text Placeholder 2">
            <a:extLst>
              <a:ext uri="{FF2B5EF4-FFF2-40B4-BE49-F238E27FC236}">
                <a16:creationId xmlns="" xmlns:a16="http://schemas.microsoft.com/office/drawing/2014/main" id="{7CDBDA4C-25B9-0BC2-5D31-EA5475AF073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 xmlns:a16="http://schemas.microsoft.com/office/drawing/2014/main" id="{C9586CCD-F50C-EE5B-3FCD-70381E2CBF96}"/>
              </a:ext>
            </a:extLst>
          </p:cNvPr>
          <p:cNvSpPr>
            <a:spLocks noGrp="1"/>
          </p:cNvSpPr>
          <p:nvPr>
            <p:ph type="dt" sz="half" idx="10"/>
          </p:nvPr>
        </p:nvSpPr>
        <p:spPr/>
        <p:txBody>
          <a:bodyPr/>
          <a:lstStyle/>
          <a:p>
            <a:fld id="{C651EBA5-5D6B-1245-9328-7D2D181FC864}" type="datetimeFigureOut">
              <a:rPr lang="x-none" smtClean="0"/>
              <a:t>07-08-2026</a:t>
            </a:fld>
            <a:endParaRPr lang="x-none"/>
          </a:p>
        </p:txBody>
      </p:sp>
      <p:sp>
        <p:nvSpPr>
          <p:cNvPr id="5" name="Footer Placeholder 4">
            <a:extLst>
              <a:ext uri="{FF2B5EF4-FFF2-40B4-BE49-F238E27FC236}">
                <a16:creationId xmlns="" xmlns:a16="http://schemas.microsoft.com/office/drawing/2014/main" id="{8E8A2745-674B-1055-2586-CC10BB679239}"/>
              </a:ext>
            </a:extLst>
          </p:cNvPr>
          <p:cNvSpPr>
            <a:spLocks noGrp="1"/>
          </p:cNvSpPr>
          <p:nvPr>
            <p:ph type="ftr" sz="quarter" idx="11"/>
          </p:nvPr>
        </p:nvSpPr>
        <p:spPr/>
        <p:txBody>
          <a:bodyPr/>
          <a:lstStyle/>
          <a:p>
            <a:endParaRPr lang="x-none"/>
          </a:p>
        </p:txBody>
      </p:sp>
      <p:sp>
        <p:nvSpPr>
          <p:cNvPr id="6" name="Slide Number Placeholder 5">
            <a:extLst>
              <a:ext uri="{FF2B5EF4-FFF2-40B4-BE49-F238E27FC236}">
                <a16:creationId xmlns="" xmlns:a16="http://schemas.microsoft.com/office/drawing/2014/main" id="{C1D2EB46-0231-BE56-E9E0-4408EA7A48BB}"/>
              </a:ext>
            </a:extLst>
          </p:cNvPr>
          <p:cNvSpPr>
            <a:spLocks noGrp="1"/>
          </p:cNvSpPr>
          <p:nvPr>
            <p:ph type="sldNum" sz="quarter" idx="12"/>
          </p:nvPr>
        </p:nvSpPr>
        <p:spPr/>
        <p:txBody>
          <a:bodyPr/>
          <a:lstStyle/>
          <a:p>
            <a:fld id="{9C7BBBE9-DD51-4944-B30A-970ADBD11FC7}" type="slidenum">
              <a:rPr lang="x-none" smtClean="0"/>
              <a:t>‹#›</a:t>
            </a:fld>
            <a:endParaRPr lang="x-none"/>
          </a:p>
        </p:txBody>
      </p:sp>
    </p:spTree>
    <p:extLst>
      <p:ext uri="{BB962C8B-B14F-4D97-AF65-F5344CB8AC3E}">
        <p14:creationId xmlns:p14="http://schemas.microsoft.com/office/powerpoint/2010/main" val="12054686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p:bg>
      <p:bgPr>
        <a:solidFill>
          <a:srgbClr val="063532"/>
        </a:solid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 xmlns:a16="http://schemas.microsoft.com/office/drawing/2014/main" id="{BA5AB594-3664-8E9E-06CB-D3D33937B75C}"/>
              </a:ext>
            </a:extLst>
          </p:cNvPr>
          <p:cNvCxnSpPr/>
          <p:nvPr userDrawn="1"/>
        </p:nvCxnSpPr>
        <p:spPr>
          <a:xfrm>
            <a:off x="336000" y="547474"/>
            <a:ext cx="11520000" cy="0"/>
          </a:xfrm>
          <a:prstGeom prst="line">
            <a:avLst/>
          </a:prstGeom>
          <a:ln w="19050" cap="rnd">
            <a:solidFill>
              <a:srgbClr val="F1B67C"/>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 xmlns:a16="http://schemas.microsoft.com/office/drawing/2014/main" id="{327E3AE6-1AA2-47C1-4627-E4CAD3494BF7}"/>
              </a:ext>
            </a:extLst>
          </p:cNvPr>
          <p:cNvCxnSpPr/>
          <p:nvPr userDrawn="1"/>
        </p:nvCxnSpPr>
        <p:spPr>
          <a:xfrm>
            <a:off x="336000" y="6315483"/>
            <a:ext cx="11520000" cy="0"/>
          </a:xfrm>
          <a:prstGeom prst="line">
            <a:avLst/>
          </a:prstGeom>
          <a:ln w="19050" cap="rnd">
            <a:solidFill>
              <a:srgbClr val="F1B67C"/>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8514045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Main">
    <p:bg>
      <p:bgPr>
        <a:solidFill>
          <a:srgbClr val="F8F6CA"/>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42000" y="34769"/>
            <a:ext cx="11520000" cy="539672"/>
          </a:xfrm>
          <a:prstGeom prst="rect">
            <a:avLst/>
          </a:prstGeom>
        </p:spPr>
        <p:txBody>
          <a:bodyPr tIns="0" bIns="0"/>
          <a:lstStyle>
            <a:lvl1pPr algn="ctr">
              <a:lnSpc>
                <a:spcPct val="100000"/>
              </a:lnSpc>
              <a:defRPr sz="3600" baseline="0">
                <a:solidFill>
                  <a:schemeClr val="tx1"/>
                </a:solidFill>
                <a:latin typeface="+mn-lt"/>
              </a:defRPr>
            </a:lvl1pPr>
          </a:lstStyle>
          <a:p>
            <a:r>
              <a:rPr lang="en-US"/>
              <a:t>Click to edit Master title style</a:t>
            </a:r>
            <a:endParaRPr lang="en-GB"/>
          </a:p>
        </p:txBody>
      </p:sp>
      <p:cxnSp>
        <p:nvCxnSpPr>
          <p:cNvPr id="7" name="Straight Connector 6"/>
          <p:cNvCxnSpPr/>
          <p:nvPr userDrawn="1"/>
        </p:nvCxnSpPr>
        <p:spPr>
          <a:xfrm>
            <a:off x="342000" y="673830"/>
            <a:ext cx="11520000" cy="0"/>
          </a:xfrm>
          <a:prstGeom prst="line">
            <a:avLst/>
          </a:prstGeom>
          <a:ln w="19050" cap="rnd">
            <a:solidFill>
              <a:srgbClr val="063532"/>
            </a:solidFill>
          </a:ln>
        </p:spPr>
        <p:style>
          <a:lnRef idx="1">
            <a:schemeClr val="accent1"/>
          </a:lnRef>
          <a:fillRef idx="0">
            <a:schemeClr val="accent1"/>
          </a:fillRef>
          <a:effectRef idx="0">
            <a:schemeClr val="accent1"/>
          </a:effectRef>
          <a:fontRef idx="minor">
            <a:schemeClr val="tx1"/>
          </a:fontRef>
        </p:style>
      </p:cxnSp>
      <p:sp>
        <p:nvSpPr>
          <p:cNvPr id="10" name="Content Placeholder 2"/>
          <p:cNvSpPr>
            <a:spLocks noGrp="1"/>
          </p:cNvSpPr>
          <p:nvPr>
            <p:ph sz="half" idx="1" hasCustomPrompt="1"/>
          </p:nvPr>
        </p:nvSpPr>
        <p:spPr>
          <a:xfrm>
            <a:off x="198000" y="767566"/>
            <a:ext cx="11665475" cy="5494085"/>
          </a:xfrm>
          <a:prstGeom prst="rect">
            <a:avLst/>
          </a:prstGeom>
        </p:spPr>
        <p:txBody>
          <a:bodyPr tIns="0" bIns="0"/>
          <a:lstStyle>
            <a:lvl1pPr marL="228600" indent="-228600">
              <a:buClr>
                <a:srgbClr val="B40000"/>
              </a:buClr>
              <a:buSzPct val="75000"/>
              <a:buFontTx/>
              <a:buChar char="►"/>
              <a:defRPr sz="3200">
                <a:solidFill>
                  <a:schemeClr val="tx1"/>
                </a:solidFill>
                <a:latin typeface="+mn-lt"/>
              </a:defRPr>
            </a:lvl1pPr>
            <a:lvl2pPr marL="685800" indent="-228600">
              <a:buClr>
                <a:srgbClr val="B40000"/>
              </a:buClr>
              <a:buSzPct val="75000"/>
              <a:buFontTx/>
              <a:buChar char="►"/>
              <a:defRPr sz="2800">
                <a:solidFill>
                  <a:schemeClr val="tx1"/>
                </a:solidFill>
                <a:latin typeface="+mn-lt"/>
              </a:defRPr>
            </a:lvl2pPr>
            <a:lvl3pPr marL="1143000" indent="-228600">
              <a:buClr>
                <a:srgbClr val="B40000"/>
              </a:buClr>
              <a:buSzPct val="75000"/>
              <a:buFontTx/>
              <a:buChar char="►"/>
              <a:defRPr sz="2400">
                <a:solidFill>
                  <a:schemeClr val="tx1"/>
                </a:solidFill>
                <a:latin typeface="+mn-lt"/>
              </a:defRPr>
            </a:lvl3pPr>
            <a:lvl4pPr marL="1600200" indent="-228600">
              <a:buClr>
                <a:srgbClr val="B40000"/>
              </a:buClr>
              <a:buSzPct val="75000"/>
              <a:buFontTx/>
              <a:buChar char="►"/>
              <a:defRPr sz="2000">
                <a:solidFill>
                  <a:schemeClr val="tx1"/>
                </a:solidFill>
                <a:latin typeface="+mn-lt"/>
              </a:defRPr>
            </a:lvl4pPr>
            <a:lvl5pPr marL="2057400" indent="-228600">
              <a:buClr>
                <a:srgbClr val="B40000"/>
              </a:buClr>
              <a:buSzPct val="75000"/>
              <a:buFontTx/>
              <a:buChar char="►"/>
              <a:defRPr sz="2000">
                <a:solidFill>
                  <a:schemeClr val="tx1"/>
                </a:solidFill>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Slide Number Placeholder 6">
            <a:extLst>
              <a:ext uri="{FF2B5EF4-FFF2-40B4-BE49-F238E27FC236}">
                <a16:creationId xmlns="" xmlns:a16="http://schemas.microsoft.com/office/drawing/2014/main" id="{7C148890-B4AF-876D-F64B-062232F6784C}"/>
              </a:ext>
            </a:extLst>
          </p:cNvPr>
          <p:cNvSpPr txBox="1">
            <a:spLocks/>
          </p:cNvSpPr>
          <p:nvPr userDrawn="1"/>
        </p:nvSpPr>
        <p:spPr>
          <a:xfrm>
            <a:off x="-60665" y="6508278"/>
            <a:ext cx="711200" cy="365125"/>
          </a:xfrm>
        </p:spPr>
        <p:txBody>
          <a:bodyPr/>
          <a:lstStyle>
            <a:defPPr>
              <a:defRPr lang="en-US"/>
            </a:defPPr>
            <a:lvl1pPr marL="0" algn="l" defTabSz="914400" rtl="0" eaLnBrk="1" latinLnBrk="0" hangingPunct="1">
              <a:defRPr sz="1200" kern="1200">
                <a:solidFill>
                  <a:schemeClr val="tx1"/>
                </a:solidFill>
                <a:latin typeface="Optima"/>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F8DC1522-342F-47E4-9CF7-D7732B4FB87D}" type="slidenum">
              <a:rPr lang="en-GB" sz="1200" b="0" smtClean="0">
                <a:solidFill>
                  <a:srgbClr val="F8F6CA"/>
                </a:solidFill>
                <a:latin typeface="+mn-lt"/>
              </a:rPr>
              <a:pPr algn="ctr"/>
              <a:t>‹#›</a:t>
            </a:fld>
            <a:endParaRPr lang="en-GB" sz="1400" b="0">
              <a:solidFill>
                <a:srgbClr val="F8F6CA"/>
              </a:solidFill>
              <a:latin typeface="+mn-lt"/>
            </a:endParaRPr>
          </a:p>
        </p:txBody>
      </p:sp>
    </p:spTree>
    <p:extLst>
      <p:ext uri="{BB962C8B-B14F-4D97-AF65-F5344CB8AC3E}">
        <p14:creationId xmlns:p14="http://schemas.microsoft.com/office/powerpoint/2010/main" val="20931510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F80956A3-0AA8-F8F8-359E-2571674A6EF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x-none"/>
          </a:p>
        </p:txBody>
      </p:sp>
      <p:sp>
        <p:nvSpPr>
          <p:cNvPr id="3" name="Text Placeholder 2">
            <a:extLst>
              <a:ext uri="{FF2B5EF4-FFF2-40B4-BE49-F238E27FC236}">
                <a16:creationId xmlns="" xmlns:a16="http://schemas.microsoft.com/office/drawing/2014/main" id="{6C815038-AE16-1B22-EE5F-4712C228C9D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x-none"/>
          </a:p>
        </p:txBody>
      </p:sp>
      <p:sp>
        <p:nvSpPr>
          <p:cNvPr id="4" name="Date Placeholder 3">
            <a:extLst>
              <a:ext uri="{FF2B5EF4-FFF2-40B4-BE49-F238E27FC236}">
                <a16:creationId xmlns="" xmlns:a16="http://schemas.microsoft.com/office/drawing/2014/main" id="{9656DD1B-8889-988E-B190-9D2B5040BCF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651EBA5-5D6B-1245-9328-7D2D181FC864}" type="datetimeFigureOut">
              <a:rPr lang="x-none" smtClean="0"/>
              <a:t>07-08-2026</a:t>
            </a:fld>
            <a:endParaRPr lang="x-none"/>
          </a:p>
        </p:txBody>
      </p:sp>
      <p:sp>
        <p:nvSpPr>
          <p:cNvPr id="5" name="Footer Placeholder 4">
            <a:extLst>
              <a:ext uri="{FF2B5EF4-FFF2-40B4-BE49-F238E27FC236}">
                <a16:creationId xmlns="" xmlns:a16="http://schemas.microsoft.com/office/drawing/2014/main" id="{63DA8C46-785A-02C3-0D98-6A3BF2C1355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x-none"/>
          </a:p>
        </p:txBody>
      </p:sp>
      <p:sp>
        <p:nvSpPr>
          <p:cNvPr id="6" name="Slide Number Placeholder 5">
            <a:extLst>
              <a:ext uri="{FF2B5EF4-FFF2-40B4-BE49-F238E27FC236}">
                <a16:creationId xmlns="" xmlns:a16="http://schemas.microsoft.com/office/drawing/2014/main" id="{3AEDE843-7CF0-9F56-D589-15438D02BB9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C7BBBE9-DD51-4944-B30A-970ADBD11FC7}" type="slidenum">
              <a:rPr lang="x-none" smtClean="0"/>
              <a:t>‹#›</a:t>
            </a:fld>
            <a:endParaRPr lang="x-none"/>
          </a:p>
        </p:txBody>
      </p:sp>
    </p:spTree>
    <p:extLst>
      <p:ext uri="{BB962C8B-B14F-4D97-AF65-F5344CB8AC3E}">
        <p14:creationId xmlns:p14="http://schemas.microsoft.com/office/powerpoint/2010/main" val="25755888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63532"/>
        </a:solidFill>
        <a:effectLst/>
      </p:bgPr>
    </p:bg>
    <p:spTree>
      <p:nvGrpSpPr>
        <p:cNvPr id="1" name=""/>
        <p:cNvGrpSpPr/>
        <p:nvPr/>
      </p:nvGrpSpPr>
      <p:grpSpPr>
        <a:xfrm>
          <a:off x="0" y="0"/>
          <a:ext cx="0" cy="0"/>
          <a:chOff x="0" y="0"/>
          <a:chExt cx="0" cy="0"/>
        </a:xfrm>
      </p:grpSpPr>
      <p:sp>
        <p:nvSpPr>
          <p:cNvPr id="6" name="Title 1">
            <a:extLst>
              <a:ext uri="{FF2B5EF4-FFF2-40B4-BE49-F238E27FC236}">
                <a16:creationId xmlns="" xmlns:a16="http://schemas.microsoft.com/office/drawing/2014/main" id="{D9B5EE0A-878A-594B-5E78-A954372A4F11}"/>
              </a:ext>
            </a:extLst>
          </p:cNvPr>
          <p:cNvSpPr txBox="1">
            <a:spLocks/>
          </p:cNvSpPr>
          <p:nvPr/>
        </p:nvSpPr>
        <p:spPr>
          <a:xfrm>
            <a:off x="1066800" y="2722898"/>
            <a:ext cx="10058400" cy="1406520"/>
          </a:xfrm>
          <a:prstGeom prst="rect">
            <a:avLst/>
          </a:prstGeom>
          <a:noFill/>
        </p:spPr>
        <p:txBody>
          <a:bodyPr anchor="b">
            <a:normAutofit/>
          </a:bodyPr>
          <a:lstStyle>
            <a:lvl1pPr algn="l" defTabSz="914400" rtl="0" eaLnBrk="1" latinLnBrk="0" hangingPunct="1">
              <a:lnSpc>
                <a:spcPct val="80000"/>
              </a:lnSpc>
              <a:spcBef>
                <a:spcPct val="0"/>
              </a:spcBef>
              <a:buNone/>
              <a:defRPr sz="5400" kern="1200" spc="-50" baseline="0">
                <a:solidFill>
                  <a:schemeClr val="tx1">
                    <a:lumMod val="75000"/>
                    <a:lumOff val="25000"/>
                  </a:schemeClr>
                </a:solidFill>
                <a:latin typeface="+mj-lt"/>
                <a:ea typeface="+mj-ea"/>
                <a:cs typeface="+mj-cs"/>
              </a:defRPr>
            </a:lvl1pPr>
          </a:lstStyle>
          <a:p>
            <a:pPr algn="ctr">
              <a:lnSpc>
                <a:spcPct val="100000"/>
              </a:lnSpc>
            </a:pPr>
            <a:r>
              <a:rPr lang="en-US" sz="4000" b="1" dirty="0">
                <a:solidFill>
                  <a:schemeClr val="accent1"/>
                </a:solidFill>
              </a:rPr>
              <a:t>Credit Card Fraud Detection Using Machine </a:t>
            </a:r>
            <a:r>
              <a:rPr lang="en-US" sz="4000" b="1" dirty="0" smtClean="0">
                <a:solidFill>
                  <a:schemeClr val="accent1"/>
                </a:solidFill>
              </a:rPr>
              <a:t>Learning</a:t>
            </a:r>
            <a:endParaRPr lang="en-IN" sz="4000" b="1" dirty="0">
              <a:solidFill>
                <a:schemeClr val="accent1"/>
              </a:solidFill>
            </a:endParaRPr>
          </a:p>
        </p:txBody>
      </p:sp>
      <p:sp>
        <p:nvSpPr>
          <p:cNvPr id="8" name="Title 1">
            <a:extLst>
              <a:ext uri="{FF2B5EF4-FFF2-40B4-BE49-F238E27FC236}">
                <a16:creationId xmlns="" xmlns:a16="http://schemas.microsoft.com/office/drawing/2014/main" id="{192D4E25-4A15-F302-45AF-52408EC6981E}"/>
              </a:ext>
            </a:extLst>
          </p:cNvPr>
          <p:cNvSpPr txBox="1">
            <a:spLocks/>
          </p:cNvSpPr>
          <p:nvPr/>
        </p:nvSpPr>
        <p:spPr>
          <a:xfrm>
            <a:off x="206755" y="4967897"/>
            <a:ext cx="4181237" cy="1073497"/>
          </a:xfrm>
          <a:prstGeom prst="rect">
            <a:avLst/>
          </a:prstGeom>
          <a:noFill/>
        </p:spPr>
        <p:txBody>
          <a:bodyPr lIns="91440" tIns="45720" rIns="91440" bIns="45720" anchor="b">
            <a:normAutofit/>
          </a:bodyPr>
          <a:lstStyle>
            <a:lvl1pPr algn="l" defTabSz="914400" rtl="0" eaLnBrk="1" latinLnBrk="0" hangingPunct="1">
              <a:lnSpc>
                <a:spcPct val="80000"/>
              </a:lnSpc>
              <a:spcBef>
                <a:spcPct val="0"/>
              </a:spcBef>
              <a:buNone/>
              <a:defRPr sz="5400" kern="1200" spc="-50" baseline="0">
                <a:solidFill>
                  <a:schemeClr val="tx1">
                    <a:lumMod val="75000"/>
                    <a:lumOff val="25000"/>
                  </a:schemeClr>
                </a:solidFill>
                <a:latin typeface="+mj-lt"/>
                <a:ea typeface="+mj-ea"/>
                <a:cs typeface="+mj-cs"/>
              </a:defRPr>
            </a:lvl1pPr>
          </a:lstStyle>
          <a:p>
            <a:pPr>
              <a:lnSpc>
                <a:spcPct val="100000"/>
              </a:lnSpc>
            </a:pPr>
            <a:r>
              <a:rPr lang="en-GB" sz="3200" dirty="0">
                <a:solidFill>
                  <a:srgbClr val="F8F6CA"/>
                </a:solidFill>
                <a:latin typeface="+mn-lt"/>
              </a:rPr>
              <a:t>Student Name:  </a:t>
            </a:r>
          </a:p>
          <a:p>
            <a:pPr>
              <a:lnSpc>
                <a:spcPct val="100000"/>
              </a:lnSpc>
            </a:pPr>
            <a:r>
              <a:rPr lang="en-GB" sz="3200" dirty="0">
                <a:solidFill>
                  <a:srgbClr val="F8F6CA"/>
                </a:solidFill>
                <a:latin typeface="+mn-lt"/>
              </a:rPr>
              <a:t>Date: </a:t>
            </a:r>
          </a:p>
        </p:txBody>
      </p:sp>
      <p:sp>
        <p:nvSpPr>
          <p:cNvPr id="2" name="Title 1">
            <a:extLst>
              <a:ext uri="{FF2B5EF4-FFF2-40B4-BE49-F238E27FC236}">
                <a16:creationId xmlns="" xmlns:a16="http://schemas.microsoft.com/office/drawing/2014/main" id="{F2B3F4AD-9839-C0C0-D927-EEEF3AD674CB}"/>
              </a:ext>
            </a:extLst>
          </p:cNvPr>
          <p:cNvSpPr txBox="1">
            <a:spLocks/>
          </p:cNvSpPr>
          <p:nvPr/>
        </p:nvSpPr>
        <p:spPr>
          <a:xfrm>
            <a:off x="1076546" y="757928"/>
            <a:ext cx="10058400" cy="1710564"/>
          </a:xfrm>
          <a:prstGeom prst="rect">
            <a:avLst/>
          </a:prstGeom>
          <a:noFill/>
        </p:spPr>
        <p:txBody>
          <a:bodyPr lIns="91440" tIns="45720" rIns="91440" bIns="45720" anchor="b">
            <a:normAutofit/>
          </a:bodyPr>
          <a:lstStyle>
            <a:lvl1pPr algn="l" defTabSz="914400" rtl="0" eaLnBrk="1" latinLnBrk="0" hangingPunct="1">
              <a:lnSpc>
                <a:spcPct val="80000"/>
              </a:lnSpc>
              <a:spcBef>
                <a:spcPct val="0"/>
              </a:spcBef>
              <a:buNone/>
              <a:defRPr sz="5400" kern="1200" spc="-50" baseline="0">
                <a:solidFill>
                  <a:schemeClr val="tx1">
                    <a:lumMod val="75000"/>
                    <a:lumOff val="25000"/>
                  </a:schemeClr>
                </a:solidFill>
                <a:latin typeface="+mj-lt"/>
                <a:ea typeface="+mj-ea"/>
                <a:cs typeface="+mj-cs"/>
              </a:defRPr>
            </a:lvl1pPr>
          </a:lstStyle>
          <a:p>
            <a:pPr algn="ctr">
              <a:lnSpc>
                <a:spcPct val="100000"/>
              </a:lnSpc>
            </a:pPr>
            <a:r>
              <a:rPr lang="en-GB" sz="4800" b="1" dirty="0">
                <a:solidFill>
                  <a:srgbClr val="00C487"/>
                </a:solidFill>
              </a:rPr>
              <a:t>MSc Project </a:t>
            </a:r>
          </a:p>
          <a:p>
            <a:pPr algn="ctr">
              <a:lnSpc>
                <a:spcPct val="100000"/>
              </a:lnSpc>
            </a:pPr>
            <a:r>
              <a:rPr lang="en-GB" sz="2200" dirty="0">
                <a:solidFill>
                  <a:srgbClr val="00C487"/>
                </a:solidFill>
                <a:latin typeface="+mn-lt"/>
              </a:rPr>
              <a:t>(CMP060L050H) </a:t>
            </a:r>
            <a:endParaRPr lang="en-GB" b="1" dirty="0">
              <a:solidFill>
                <a:srgbClr val="FFFFFF"/>
              </a:solidFill>
              <a:latin typeface="Calibri Light" panose="020F0302020204030204"/>
              <a:cs typeface="Calibri Light" panose="020F0302020204030204"/>
            </a:endParaRPr>
          </a:p>
          <a:p>
            <a:pPr algn="ctr">
              <a:lnSpc>
                <a:spcPct val="100000"/>
              </a:lnSpc>
            </a:pPr>
            <a:r>
              <a:rPr lang="en-GB" sz="3200" dirty="0" smtClean="0">
                <a:solidFill>
                  <a:srgbClr val="F8F6CA"/>
                </a:solidFill>
                <a:latin typeface="+mn-lt"/>
              </a:rPr>
              <a:t>Mid Point Presentation</a:t>
            </a:r>
            <a:r>
              <a:rPr lang="en-GB" sz="3200" dirty="0">
                <a:solidFill>
                  <a:srgbClr val="F8F6CA"/>
                </a:solidFill>
                <a:latin typeface="+mn-lt"/>
              </a:rPr>
              <a:t> </a:t>
            </a:r>
          </a:p>
        </p:txBody>
      </p:sp>
      <p:sp>
        <p:nvSpPr>
          <p:cNvPr id="4" name="Title 1">
            <a:extLst>
              <a:ext uri="{FF2B5EF4-FFF2-40B4-BE49-F238E27FC236}">
                <a16:creationId xmlns="" xmlns:a16="http://schemas.microsoft.com/office/drawing/2014/main" id="{4060847A-EE14-C513-3261-90AEF6F8B76E}"/>
              </a:ext>
            </a:extLst>
          </p:cNvPr>
          <p:cNvSpPr txBox="1">
            <a:spLocks/>
          </p:cNvSpPr>
          <p:nvPr/>
        </p:nvSpPr>
        <p:spPr>
          <a:xfrm>
            <a:off x="7809822" y="4967897"/>
            <a:ext cx="4181237" cy="1073497"/>
          </a:xfrm>
          <a:prstGeom prst="rect">
            <a:avLst/>
          </a:prstGeom>
          <a:noFill/>
        </p:spPr>
        <p:txBody>
          <a:bodyPr lIns="91440" tIns="45720" rIns="91440" bIns="45720" anchor="b">
            <a:normAutofit/>
          </a:bodyPr>
          <a:lstStyle>
            <a:lvl1pPr algn="l" defTabSz="914400" rtl="0" eaLnBrk="1" latinLnBrk="0" hangingPunct="1">
              <a:lnSpc>
                <a:spcPct val="80000"/>
              </a:lnSpc>
              <a:spcBef>
                <a:spcPct val="0"/>
              </a:spcBef>
              <a:buNone/>
              <a:defRPr sz="5400" kern="1200" spc="-50" baseline="0">
                <a:solidFill>
                  <a:schemeClr val="tx1">
                    <a:lumMod val="75000"/>
                    <a:lumOff val="25000"/>
                  </a:schemeClr>
                </a:solidFill>
                <a:latin typeface="+mj-lt"/>
                <a:ea typeface="+mj-ea"/>
                <a:cs typeface="+mj-cs"/>
              </a:defRPr>
            </a:lvl1pPr>
          </a:lstStyle>
          <a:p>
            <a:pPr>
              <a:lnSpc>
                <a:spcPct val="100000"/>
              </a:lnSpc>
            </a:pPr>
            <a:r>
              <a:rPr lang="en-GB" sz="3200">
                <a:solidFill>
                  <a:srgbClr val="F8F6CA"/>
                </a:solidFill>
                <a:latin typeface="+mn-lt"/>
              </a:rPr>
              <a:t>Supervisor</a:t>
            </a:r>
            <a:r>
              <a:rPr lang="en-GB" sz="3200">
                <a:solidFill>
                  <a:srgbClr val="F8F6CA"/>
                </a:solidFill>
                <a:ea typeface="+mj-lt"/>
                <a:cs typeface="+mj-lt"/>
              </a:rPr>
              <a:t>:</a:t>
            </a:r>
            <a:endParaRPr lang="en-GB" sz="3200">
              <a:solidFill>
                <a:srgbClr val="000000"/>
              </a:solidFill>
              <a:ea typeface="+mj-lt"/>
              <a:cs typeface="+mj-lt"/>
            </a:endParaRPr>
          </a:p>
          <a:p>
            <a:pPr>
              <a:lnSpc>
                <a:spcPct val="100000"/>
              </a:lnSpc>
            </a:pPr>
            <a:r>
              <a:rPr lang="en-GB" sz="3200" dirty="0">
                <a:solidFill>
                  <a:srgbClr val="F8F6CA"/>
                </a:solidFill>
                <a:latin typeface="+mn-lt"/>
              </a:rPr>
              <a:t>Second Marker:  </a:t>
            </a:r>
            <a:endParaRPr lang="en-GB" dirty="0">
              <a:cs typeface="Calibri Light"/>
            </a:endParaRPr>
          </a:p>
        </p:txBody>
      </p:sp>
    </p:spTree>
    <p:extLst>
      <p:ext uri="{BB962C8B-B14F-4D97-AF65-F5344CB8AC3E}">
        <p14:creationId xmlns:p14="http://schemas.microsoft.com/office/powerpoint/2010/main" val="265628717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 xmlns:a16="http://schemas.microsoft.com/office/drawing/2014/main" id="{EEAE0466-EB13-62C0-652D-3F4C6D7AA6CC}"/>
              </a:ext>
            </a:extLst>
          </p:cNvPr>
          <p:cNvSpPr>
            <a:spLocks noGrp="1"/>
          </p:cNvSpPr>
          <p:nvPr>
            <p:ph type="title"/>
          </p:nvPr>
        </p:nvSpPr>
        <p:spPr/>
        <p:txBody>
          <a:bodyPr>
            <a:normAutofit fontScale="90000"/>
          </a:bodyPr>
          <a:lstStyle/>
          <a:p>
            <a:r>
              <a:rPr lang="en-GB">
                <a:latin typeface="+mn-lt"/>
              </a:rPr>
              <a:t>Outline</a:t>
            </a:r>
          </a:p>
        </p:txBody>
      </p:sp>
      <p:sp>
        <p:nvSpPr>
          <p:cNvPr id="5" name="Content Placeholder 4">
            <a:extLst>
              <a:ext uri="{FF2B5EF4-FFF2-40B4-BE49-F238E27FC236}">
                <a16:creationId xmlns="" xmlns:a16="http://schemas.microsoft.com/office/drawing/2014/main" id="{09A24666-F6F9-55BE-8D5D-805779DFC591}"/>
              </a:ext>
            </a:extLst>
          </p:cNvPr>
          <p:cNvSpPr>
            <a:spLocks noGrp="1"/>
          </p:cNvSpPr>
          <p:nvPr>
            <p:ph sz="half" idx="1"/>
          </p:nvPr>
        </p:nvSpPr>
        <p:spPr/>
        <p:txBody>
          <a:bodyPr vert="horz" lIns="91440" tIns="0" rIns="91440" bIns="0" rtlCol="0" anchor="t">
            <a:normAutofit lnSpcReduction="10000"/>
          </a:bodyPr>
          <a:lstStyle/>
          <a:p>
            <a:r>
              <a:rPr lang="en-US" dirty="0"/>
              <a:t>Context​</a:t>
            </a:r>
          </a:p>
          <a:p>
            <a:r>
              <a:rPr lang="en-US" dirty="0"/>
              <a:t>Problematic statement​</a:t>
            </a:r>
            <a:endParaRPr lang="en-US" dirty="0">
              <a:cs typeface="Calibri"/>
            </a:endParaRPr>
          </a:p>
          <a:p>
            <a:r>
              <a:rPr lang="en-US" dirty="0"/>
              <a:t>Objectives ​</a:t>
            </a:r>
            <a:endParaRPr lang="en-US" dirty="0">
              <a:cs typeface="Calibri"/>
            </a:endParaRPr>
          </a:p>
          <a:p>
            <a:r>
              <a:rPr lang="en-US" dirty="0"/>
              <a:t>Methodology</a:t>
            </a:r>
            <a:r>
              <a:rPr lang="en-US" dirty="0" smtClean="0"/>
              <a:t>​</a:t>
            </a:r>
          </a:p>
          <a:p>
            <a:r>
              <a:rPr lang="en-US" dirty="0" smtClean="0">
                <a:cs typeface="Calibri"/>
              </a:rPr>
              <a:t>Software and Hardware Requirements</a:t>
            </a:r>
          </a:p>
          <a:p>
            <a:r>
              <a:rPr lang="en-US" dirty="0" smtClean="0">
                <a:cs typeface="Calibri"/>
              </a:rPr>
              <a:t>Selection of machine learning algorithms</a:t>
            </a:r>
          </a:p>
          <a:p>
            <a:r>
              <a:rPr lang="en-US" dirty="0" smtClean="0">
                <a:cs typeface="Calibri"/>
              </a:rPr>
              <a:t>Progress and Next Steps</a:t>
            </a:r>
            <a:endParaRPr lang="en-US" dirty="0">
              <a:cs typeface="Calibri"/>
            </a:endParaRPr>
          </a:p>
          <a:p>
            <a:r>
              <a:rPr lang="en-US" dirty="0" smtClean="0"/>
              <a:t>Literature </a:t>
            </a:r>
            <a:r>
              <a:rPr lang="en-US" dirty="0"/>
              <a:t>review​</a:t>
            </a:r>
            <a:endParaRPr lang="en-US" dirty="0">
              <a:cs typeface="Calibri"/>
            </a:endParaRPr>
          </a:p>
          <a:p>
            <a:r>
              <a:rPr lang="en-US" dirty="0"/>
              <a:t>C</a:t>
            </a:r>
            <a:r>
              <a:rPr lang="en-US" dirty="0" smtClean="0"/>
              <a:t>ontributions </a:t>
            </a:r>
            <a:endParaRPr lang="en-US" dirty="0">
              <a:cs typeface="Calibri"/>
            </a:endParaRPr>
          </a:p>
          <a:p>
            <a:r>
              <a:rPr lang="en-US" dirty="0">
                <a:cs typeface="Calibri"/>
              </a:rPr>
              <a:t>Conclusion</a:t>
            </a:r>
          </a:p>
        </p:txBody>
      </p:sp>
    </p:spTree>
    <p:extLst>
      <p:ext uri="{BB962C8B-B14F-4D97-AF65-F5344CB8AC3E}">
        <p14:creationId xmlns:p14="http://schemas.microsoft.com/office/powerpoint/2010/main" val="326690004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0D3022A-DE3A-DDB6-DA5E-1C431E0059D9}"/>
              </a:ext>
            </a:extLst>
          </p:cNvPr>
          <p:cNvSpPr>
            <a:spLocks noGrp="1"/>
          </p:cNvSpPr>
          <p:nvPr>
            <p:ph type="title"/>
          </p:nvPr>
        </p:nvSpPr>
        <p:spPr/>
        <p:txBody>
          <a:bodyPr>
            <a:normAutofit fontScale="90000"/>
          </a:bodyPr>
          <a:lstStyle/>
          <a:p>
            <a:r>
              <a:rPr lang="en-GB" b="1" dirty="0" smtClean="0">
                <a:latin typeface="+mn-lt"/>
              </a:rPr>
              <a:t>Context</a:t>
            </a:r>
            <a:endParaRPr lang="en-GB" b="1" dirty="0">
              <a:latin typeface="+mn-lt"/>
            </a:endParaRPr>
          </a:p>
        </p:txBody>
      </p:sp>
      <p:sp>
        <p:nvSpPr>
          <p:cNvPr id="4" name="Content Placeholder 3">
            <a:extLst>
              <a:ext uri="{FF2B5EF4-FFF2-40B4-BE49-F238E27FC236}">
                <a16:creationId xmlns="" xmlns:a16="http://schemas.microsoft.com/office/drawing/2014/main" id="{DB3C37E4-1F85-E1DF-6618-448C08528F39}"/>
              </a:ext>
            </a:extLst>
          </p:cNvPr>
          <p:cNvSpPr>
            <a:spLocks noGrp="1"/>
          </p:cNvSpPr>
          <p:nvPr>
            <p:ph sz="half" idx="1"/>
          </p:nvPr>
        </p:nvSpPr>
        <p:spPr>
          <a:xfrm>
            <a:off x="198001" y="767566"/>
            <a:ext cx="6980040" cy="5494085"/>
          </a:xfrm>
        </p:spPr>
        <p:txBody>
          <a:bodyPr vert="horz" lIns="91440" tIns="0" rIns="91440" bIns="0" rtlCol="0" anchor="t">
            <a:normAutofit/>
          </a:bodyPr>
          <a:lstStyle/>
          <a:p>
            <a:pPr lvl="0"/>
            <a:r>
              <a:rPr lang="en-US" dirty="0"/>
              <a:t>Rapid growth of online and contactless card payments.</a:t>
            </a:r>
            <a:endParaRPr lang="en-IN" sz="2800" dirty="0"/>
          </a:p>
          <a:p>
            <a:pPr lvl="0"/>
            <a:r>
              <a:rPr lang="en-US" dirty="0"/>
              <a:t>Large transaction volumes require automated monitoring.</a:t>
            </a:r>
            <a:endParaRPr lang="en-IN" sz="2800" dirty="0"/>
          </a:p>
          <a:p>
            <a:pPr lvl="0"/>
            <a:r>
              <a:rPr lang="en-US" dirty="0"/>
              <a:t>Fraud </a:t>
            </a:r>
            <a:r>
              <a:rPr lang="en-US" dirty="0" err="1"/>
              <a:t>behaviour</a:t>
            </a:r>
            <a:r>
              <a:rPr lang="en-US" dirty="0"/>
              <a:t> changes across time and digital channels [1].</a:t>
            </a:r>
            <a:endParaRPr lang="en-IN" sz="2800" dirty="0"/>
          </a:p>
          <a:p>
            <a:pPr lvl="0"/>
            <a:r>
              <a:rPr lang="en-US" dirty="0"/>
              <a:t>Machine learning can learn patterns from historical transactions [1].</a:t>
            </a:r>
            <a:endParaRPr lang="en-IN" sz="2800" dirty="0"/>
          </a:p>
          <a:p>
            <a:pPr lvl="1">
              <a:buFont typeface="Courier New"/>
              <a:buChar char="o"/>
            </a:pPr>
            <a:endParaRPr lang="en-US" dirty="0">
              <a:cs typeface="Calibri"/>
            </a:endParaRPr>
          </a:p>
        </p:txBody>
      </p:sp>
      <p:sp>
        <p:nvSpPr>
          <p:cNvPr id="3" name="Rectangle 3"/>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6" name="Rectangle 5"/>
          <p:cNvSpPr>
            <a:spLocks noChangeArrowheads="1"/>
          </p:cNvSpPr>
          <p:nvPr/>
        </p:nvSpPr>
        <p:spPr bwMode="auto">
          <a:xfrm>
            <a:off x="7452353" y="4553320"/>
            <a:ext cx="4439934"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lvl="0" algn="ctr" fontAlgn="base">
              <a:spcBef>
                <a:spcPct val="0"/>
              </a:spcBef>
              <a:spcAft>
                <a:spcPct val="0"/>
              </a:spcAft>
            </a:pPr>
            <a:r>
              <a:rPr lang="en-US" b="1" i="1" dirty="0"/>
              <a:t>Figure 1 </a:t>
            </a:r>
            <a:r>
              <a:rPr lang="en-US" b="1" i="1" dirty="0" smtClean="0"/>
              <a:t>: </a:t>
            </a:r>
            <a:r>
              <a:rPr lang="en-US" b="1" i="1" dirty="0"/>
              <a:t>credit card fraud detection process</a:t>
            </a:r>
          </a:p>
          <a:p>
            <a:pPr marL="0" marR="0" lvl="0" indent="0" algn="ctr" defTabSz="914400" rtl="0" eaLnBrk="0" fontAlgn="base" latinLnBrk="0" hangingPunct="0">
              <a:lnSpc>
                <a:spcPct val="100000"/>
              </a:lnSpc>
              <a:spcBef>
                <a:spcPct val="0"/>
              </a:spcBef>
              <a:spcAft>
                <a:spcPct val="0"/>
              </a:spcAft>
              <a:buClrTx/>
              <a:buSzTx/>
              <a:buFontTx/>
              <a:buNone/>
              <a:tabLst/>
            </a:pPr>
            <a:r>
              <a:rPr lang="en-US" b="1" i="1" dirty="0"/>
              <a:t>(Source: </a:t>
            </a:r>
            <a:r>
              <a:rPr lang="en-US" altLang="ja-JP" b="1" i="1" dirty="0"/>
              <a:t>[</a:t>
            </a:r>
            <a:r>
              <a:rPr lang="en-US" altLang="ja-JP" b="1" i="1" dirty="0" smtClean="0"/>
              <a:t>1]</a:t>
            </a:r>
            <a:r>
              <a:rPr lang="en-GB" altLang="ja-JP" b="1" i="1" dirty="0"/>
              <a:t>)</a:t>
            </a:r>
          </a:p>
        </p:txBody>
      </p:sp>
      <p:pic>
        <p:nvPicPr>
          <p:cNvPr id="7" name="Picture 6"/>
          <p:cNvPicPr/>
          <p:nvPr/>
        </p:nvPicPr>
        <p:blipFill>
          <a:blip r:embed="rId3"/>
          <a:stretch>
            <a:fillRect/>
          </a:stretch>
        </p:blipFill>
        <p:spPr>
          <a:xfrm>
            <a:off x="6964680" y="1203960"/>
            <a:ext cx="5029200" cy="2987040"/>
          </a:xfrm>
          <a:prstGeom prst="rect">
            <a:avLst/>
          </a:prstGeom>
        </p:spPr>
      </p:pic>
    </p:spTree>
    <p:extLst>
      <p:ext uri="{BB962C8B-B14F-4D97-AF65-F5344CB8AC3E}">
        <p14:creationId xmlns:p14="http://schemas.microsoft.com/office/powerpoint/2010/main" val="37620482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72A96E8E-A0A7-36BB-F744-A2727B317ECB}"/>
              </a:ext>
            </a:extLst>
          </p:cNvPr>
          <p:cNvSpPr>
            <a:spLocks noGrp="1"/>
          </p:cNvSpPr>
          <p:nvPr>
            <p:ph type="title"/>
          </p:nvPr>
        </p:nvSpPr>
        <p:spPr/>
        <p:txBody>
          <a:bodyPr>
            <a:normAutofit fontScale="90000"/>
          </a:bodyPr>
          <a:lstStyle/>
          <a:p>
            <a:r>
              <a:rPr lang="en-GB"/>
              <a:t>Problem Statement - WHY</a:t>
            </a:r>
          </a:p>
        </p:txBody>
      </p:sp>
      <p:sp>
        <p:nvSpPr>
          <p:cNvPr id="3" name="Content Placeholder 2">
            <a:extLst>
              <a:ext uri="{FF2B5EF4-FFF2-40B4-BE49-F238E27FC236}">
                <a16:creationId xmlns="" xmlns:a16="http://schemas.microsoft.com/office/drawing/2014/main" id="{9C671AC4-D5A7-520C-D43D-40151EE7E5A5}"/>
              </a:ext>
            </a:extLst>
          </p:cNvPr>
          <p:cNvSpPr>
            <a:spLocks noGrp="1"/>
          </p:cNvSpPr>
          <p:nvPr>
            <p:ph sz="half" idx="1"/>
          </p:nvPr>
        </p:nvSpPr>
        <p:spPr>
          <a:xfrm>
            <a:off x="198001" y="767566"/>
            <a:ext cx="6761600" cy="5494085"/>
          </a:xfrm>
        </p:spPr>
        <p:txBody>
          <a:bodyPr vert="horz" lIns="91440" tIns="0" rIns="91440" bIns="0" rtlCol="0" anchor="t">
            <a:normAutofit fontScale="92500" lnSpcReduction="10000"/>
          </a:bodyPr>
          <a:lstStyle/>
          <a:p>
            <a:pPr lvl="0"/>
            <a:r>
              <a:rPr lang="en-US" b="1" dirty="0"/>
              <a:t>Problem:</a:t>
            </a:r>
            <a:r>
              <a:rPr lang="en-US" dirty="0"/>
              <a:t> Lack of reliable detection for rare and changing fraud patterns [2].</a:t>
            </a:r>
            <a:endParaRPr lang="en-IN" dirty="0"/>
          </a:p>
          <a:p>
            <a:pPr lvl="0"/>
            <a:r>
              <a:rPr lang="en-US" b="1" dirty="0"/>
              <a:t>Affected:</a:t>
            </a:r>
            <a:r>
              <a:rPr lang="en-US" dirty="0"/>
              <a:t> banks, payment providers, merchants and cardholders.</a:t>
            </a:r>
            <a:endParaRPr lang="en-IN" dirty="0"/>
          </a:p>
          <a:p>
            <a:pPr lvl="0"/>
            <a:r>
              <a:rPr lang="en-US" b="1" dirty="0"/>
              <a:t>Where/when:</a:t>
            </a:r>
            <a:r>
              <a:rPr lang="en-US" dirty="0"/>
              <a:t> online, contactless and other real-time card transactions.</a:t>
            </a:r>
            <a:endParaRPr lang="en-IN" dirty="0"/>
          </a:p>
          <a:p>
            <a:pPr lvl="0"/>
            <a:r>
              <a:rPr lang="en-US" dirty="0"/>
              <a:t>Manual investigation is time-consuming and creates high cost.</a:t>
            </a:r>
            <a:endParaRPr lang="en-IN" dirty="0"/>
          </a:p>
          <a:p>
            <a:pPr lvl="0"/>
            <a:r>
              <a:rPr lang="en-US" dirty="0"/>
              <a:t>However, high accuracy can still hide missed fraudulent transactions [2].</a:t>
            </a:r>
            <a:endParaRPr lang="en-IN" dirty="0"/>
          </a:p>
          <a:p>
            <a:pPr lvl="0"/>
            <a:r>
              <a:rPr lang="en-US" b="1" dirty="0"/>
              <a:t>Importance:</a:t>
            </a:r>
            <a:r>
              <a:rPr lang="en-US" dirty="0"/>
              <a:t> earlier detection can reduce loss, disruption and customer harm.</a:t>
            </a:r>
            <a:endParaRPr lang="en-IN" dirty="0"/>
          </a:p>
          <a:p>
            <a:pPr marL="0" indent="0">
              <a:buNone/>
            </a:pPr>
            <a:endParaRPr lang="en-GB" dirty="0">
              <a:solidFill>
                <a:srgbClr val="FF0000"/>
              </a:solidFill>
              <a:ea typeface="Calibri" panose="020F0502020204030204"/>
              <a:cs typeface="Calibri" panose="020F0502020204030204"/>
            </a:endParaRPr>
          </a:p>
        </p:txBody>
      </p:sp>
      <p:pic>
        <p:nvPicPr>
          <p:cNvPr id="4" name="Picture 3"/>
          <p:cNvPicPr/>
          <p:nvPr/>
        </p:nvPicPr>
        <p:blipFill>
          <a:blip r:embed="rId3"/>
          <a:stretch>
            <a:fillRect/>
          </a:stretch>
        </p:blipFill>
        <p:spPr>
          <a:xfrm>
            <a:off x="6863080" y="1549400"/>
            <a:ext cx="5029200" cy="3759200"/>
          </a:xfrm>
          <a:prstGeom prst="rect">
            <a:avLst/>
          </a:prstGeom>
        </p:spPr>
      </p:pic>
      <p:sp>
        <p:nvSpPr>
          <p:cNvPr id="5" name="Rectangle 4"/>
          <p:cNvSpPr/>
          <p:nvPr/>
        </p:nvSpPr>
        <p:spPr>
          <a:xfrm>
            <a:off x="7291411" y="5540494"/>
            <a:ext cx="4008405" cy="646331"/>
          </a:xfrm>
          <a:prstGeom prst="rect">
            <a:avLst/>
          </a:prstGeom>
        </p:spPr>
        <p:txBody>
          <a:bodyPr wrap="none">
            <a:spAutoFit/>
          </a:bodyPr>
          <a:lstStyle/>
          <a:p>
            <a:r>
              <a:rPr lang="en-US" b="1" i="1" dirty="0"/>
              <a:t>Figure 2: key fraud-detection </a:t>
            </a:r>
            <a:r>
              <a:rPr lang="en-US" b="1" i="1" dirty="0" smtClean="0"/>
              <a:t>challenges</a:t>
            </a:r>
          </a:p>
          <a:p>
            <a:pPr algn="ctr"/>
            <a:r>
              <a:rPr lang="en-US" b="1" i="1" dirty="0" smtClean="0"/>
              <a:t>(Source: [2])</a:t>
            </a:r>
            <a:endParaRPr lang="en-IN" b="1" dirty="0"/>
          </a:p>
        </p:txBody>
      </p:sp>
    </p:spTree>
    <p:extLst>
      <p:ext uri="{BB962C8B-B14F-4D97-AF65-F5344CB8AC3E}">
        <p14:creationId xmlns:p14="http://schemas.microsoft.com/office/powerpoint/2010/main" val="181734444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0D3022A-DE3A-DDB6-DA5E-1C431E0059D9}"/>
              </a:ext>
            </a:extLst>
          </p:cNvPr>
          <p:cNvSpPr>
            <a:spLocks noGrp="1"/>
          </p:cNvSpPr>
          <p:nvPr>
            <p:ph type="title"/>
          </p:nvPr>
        </p:nvSpPr>
        <p:spPr/>
        <p:txBody>
          <a:bodyPr>
            <a:normAutofit/>
          </a:bodyPr>
          <a:lstStyle/>
          <a:p>
            <a:pPr>
              <a:lnSpc>
                <a:spcPct val="90000"/>
              </a:lnSpc>
              <a:spcBef>
                <a:spcPts val="1000"/>
              </a:spcBef>
            </a:pPr>
            <a:r>
              <a:rPr lang="en-GB">
                <a:latin typeface="Arial"/>
                <a:cs typeface="Arial"/>
              </a:rPr>
              <a:t>Objective - WHAT</a:t>
            </a:r>
            <a:endParaRPr lang="en-US">
              <a:latin typeface="Arial"/>
              <a:cs typeface="Arial"/>
            </a:endParaRPr>
          </a:p>
        </p:txBody>
      </p:sp>
      <p:sp>
        <p:nvSpPr>
          <p:cNvPr id="3" name="Content Placeholder 2">
            <a:extLst>
              <a:ext uri="{FF2B5EF4-FFF2-40B4-BE49-F238E27FC236}">
                <a16:creationId xmlns="" xmlns:a16="http://schemas.microsoft.com/office/drawing/2014/main" id="{0BC9A7BC-4FAF-68F0-47CA-4CAD17B43F3C}"/>
              </a:ext>
            </a:extLst>
          </p:cNvPr>
          <p:cNvSpPr>
            <a:spLocks noGrp="1"/>
          </p:cNvSpPr>
          <p:nvPr>
            <p:ph sz="half" idx="1"/>
          </p:nvPr>
        </p:nvSpPr>
        <p:spPr/>
        <p:txBody>
          <a:bodyPr vert="horz" lIns="91440" tIns="0" rIns="91440" bIns="0" rtlCol="0" anchor="t">
            <a:normAutofit/>
          </a:bodyPr>
          <a:lstStyle/>
          <a:p>
            <a:pPr lvl="0"/>
            <a:r>
              <a:rPr lang="en-US" dirty="0"/>
              <a:t>To understand and clean the credit card transaction dataset.</a:t>
            </a:r>
            <a:endParaRPr lang="en-IN" sz="2800" dirty="0"/>
          </a:p>
          <a:p>
            <a:pPr lvl="0"/>
            <a:r>
              <a:rPr lang="en-US" dirty="0"/>
              <a:t>To explore fraud patterns through data visualization.</a:t>
            </a:r>
            <a:endParaRPr lang="en-IN" sz="2800" dirty="0"/>
          </a:p>
          <a:p>
            <a:pPr lvl="0"/>
            <a:r>
              <a:rPr lang="en-US" dirty="0"/>
              <a:t>To select relevant predictive variables.</a:t>
            </a:r>
            <a:endParaRPr lang="en-IN" sz="2800" dirty="0"/>
          </a:p>
          <a:p>
            <a:pPr lvl="0"/>
            <a:r>
              <a:rPr lang="en-US" dirty="0"/>
              <a:t>To prepare an imbalanced dataset for modeling.</a:t>
            </a:r>
            <a:endParaRPr lang="en-IN" sz="2800" dirty="0"/>
          </a:p>
          <a:p>
            <a:pPr lvl="0"/>
            <a:r>
              <a:rPr lang="en-US" dirty="0"/>
              <a:t>To train five supervised machine-learning algorithms.</a:t>
            </a:r>
            <a:endParaRPr lang="en-IN" sz="2800" dirty="0"/>
          </a:p>
          <a:p>
            <a:pPr lvl="0"/>
            <a:r>
              <a:rPr lang="en-US" dirty="0"/>
              <a:t>To compare performance using multiple evaluation measures.</a:t>
            </a:r>
            <a:endParaRPr lang="en-IN" sz="2800" dirty="0"/>
          </a:p>
          <a:p>
            <a:pPr lvl="0"/>
            <a:r>
              <a:rPr lang="en-US" dirty="0"/>
              <a:t>To identify the most suitable model for this dataset.</a:t>
            </a:r>
            <a:endParaRPr lang="en-IN" sz="2800" dirty="0"/>
          </a:p>
          <a:p>
            <a:pPr marL="457200" lvl="1" indent="0" algn="just">
              <a:buNone/>
            </a:pPr>
            <a:endParaRPr lang="en-US" sz="2700" dirty="0">
              <a:ea typeface="+mn-lt"/>
              <a:cs typeface="+mn-lt"/>
            </a:endParaRPr>
          </a:p>
        </p:txBody>
      </p:sp>
    </p:spTree>
    <p:extLst>
      <p:ext uri="{BB962C8B-B14F-4D97-AF65-F5344CB8AC3E}">
        <p14:creationId xmlns:p14="http://schemas.microsoft.com/office/powerpoint/2010/main" val="229253050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D912D1E-3046-D830-B039-050450805597}"/>
              </a:ext>
            </a:extLst>
          </p:cNvPr>
          <p:cNvSpPr>
            <a:spLocks noGrp="1"/>
          </p:cNvSpPr>
          <p:nvPr>
            <p:ph type="title"/>
          </p:nvPr>
        </p:nvSpPr>
        <p:spPr/>
        <p:txBody>
          <a:bodyPr>
            <a:normAutofit fontScale="90000"/>
          </a:bodyPr>
          <a:lstStyle/>
          <a:p>
            <a:r>
              <a:rPr lang="x-none"/>
              <a:t>Methodology - HOW</a:t>
            </a:r>
          </a:p>
        </p:txBody>
      </p:sp>
      <p:sp>
        <p:nvSpPr>
          <p:cNvPr id="3" name="Content Placeholder 2">
            <a:extLst>
              <a:ext uri="{FF2B5EF4-FFF2-40B4-BE49-F238E27FC236}">
                <a16:creationId xmlns="" xmlns:a16="http://schemas.microsoft.com/office/drawing/2014/main" id="{486602FF-00EB-DC2D-26EC-24DDBEAD09AA}"/>
              </a:ext>
            </a:extLst>
          </p:cNvPr>
          <p:cNvSpPr>
            <a:spLocks noGrp="1"/>
          </p:cNvSpPr>
          <p:nvPr>
            <p:ph sz="half" idx="1"/>
          </p:nvPr>
        </p:nvSpPr>
        <p:spPr>
          <a:xfrm>
            <a:off x="198000" y="767566"/>
            <a:ext cx="6568559" cy="5494085"/>
          </a:xfrm>
        </p:spPr>
        <p:txBody>
          <a:bodyPr vert="horz" lIns="91440" tIns="0" rIns="91440" bIns="0" rtlCol="0" anchor="t">
            <a:normAutofit fontScale="85000" lnSpcReduction="20000"/>
          </a:bodyPr>
          <a:lstStyle/>
          <a:p>
            <a:pPr lvl="0"/>
            <a:r>
              <a:rPr lang="en-US" b="1" dirty="0"/>
              <a:t>Design:</a:t>
            </a:r>
            <a:r>
              <a:rPr lang="en-US" dirty="0"/>
              <a:t> quantitative and experimental machine-learning study</a:t>
            </a:r>
            <a:endParaRPr lang="en-IN" dirty="0"/>
          </a:p>
          <a:p>
            <a:pPr lvl="0"/>
            <a:r>
              <a:rPr lang="en-US" b="1" dirty="0"/>
              <a:t>Data:</a:t>
            </a:r>
            <a:r>
              <a:rPr lang="en-US" dirty="0"/>
              <a:t> secondary </a:t>
            </a:r>
            <a:r>
              <a:rPr lang="en-US" dirty="0" err="1"/>
              <a:t>anonymised</a:t>
            </a:r>
            <a:r>
              <a:rPr lang="en-US" dirty="0"/>
              <a:t> dataset with 284,807 transactions</a:t>
            </a:r>
            <a:endParaRPr lang="en-IN" dirty="0"/>
          </a:p>
          <a:p>
            <a:pPr lvl="0"/>
            <a:r>
              <a:rPr lang="en-US" b="1" dirty="0"/>
              <a:t>Tools:</a:t>
            </a:r>
            <a:r>
              <a:rPr lang="en-US" dirty="0"/>
              <a:t> Python, </a:t>
            </a:r>
            <a:r>
              <a:rPr lang="en-US" dirty="0" err="1"/>
              <a:t>Jupyter</a:t>
            </a:r>
            <a:r>
              <a:rPr lang="en-US" dirty="0"/>
              <a:t>, Pandas, </a:t>
            </a:r>
            <a:r>
              <a:rPr lang="en-US" dirty="0" err="1"/>
              <a:t>NumPy</a:t>
            </a:r>
            <a:r>
              <a:rPr lang="en-US" dirty="0"/>
              <a:t>, </a:t>
            </a:r>
            <a:r>
              <a:rPr lang="en-US" dirty="0" err="1"/>
              <a:t>Matplotlib</a:t>
            </a:r>
            <a:r>
              <a:rPr lang="en-US" dirty="0"/>
              <a:t> and </a:t>
            </a:r>
            <a:r>
              <a:rPr lang="en-US" dirty="0" err="1"/>
              <a:t>Seaborn</a:t>
            </a:r>
            <a:endParaRPr lang="en-IN" dirty="0"/>
          </a:p>
          <a:p>
            <a:pPr lvl="0"/>
            <a:r>
              <a:rPr lang="en-US" b="1" dirty="0"/>
              <a:t>Current methods:</a:t>
            </a:r>
            <a:r>
              <a:rPr lang="en-US" dirty="0"/>
              <a:t> cleaning, descriptive analysis and </a:t>
            </a:r>
            <a:r>
              <a:rPr lang="en-US" dirty="0" err="1"/>
              <a:t>visualisation</a:t>
            </a:r>
            <a:endParaRPr lang="en-IN" dirty="0"/>
          </a:p>
          <a:p>
            <a:pPr lvl="0"/>
            <a:r>
              <a:rPr lang="en-US" b="1" dirty="0"/>
              <a:t>Next methods:</a:t>
            </a:r>
            <a:r>
              <a:rPr lang="en-US" dirty="0"/>
              <a:t> scaling, feature selection and stratified 80:20 split</a:t>
            </a:r>
            <a:endParaRPr lang="en-IN" dirty="0"/>
          </a:p>
          <a:p>
            <a:pPr lvl="0"/>
            <a:r>
              <a:rPr lang="en-US" b="1" dirty="0"/>
              <a:t>Algorithms:</a:t>
            </a:r>
            <a:r>
              <a:rPr lang="en-US" dirty="0"/>
              <a:t> LR, DT, RF, </a:t>
            </a:r>
            <a:r>
              <a:rPr lang="en-US" dirty="0" err="1"/>
              <a:t>XGBoost</a:t>
            </a:r>
            <a:r>
              <a:rPr lang="en-US" dirty="0"/>
              <a:t> and </a:t>
            </a:r>
            <a:r>
              <a:rPr lang="en-US" dirty="0" err="1"/>
              <a:t>LightGBM</a:t>
            </a:r>
            <a:endParaRPr lang="en-IN" dirty="0"/>
          </a:p>
          <a:p>
            <a:pPr lvl="0"/>
            <a:r>
              <a:rPr lang="en-US" b="1" dirty="0"/>
              <a:t>Why selected:</a:t>
            </a:r>
            <a:r>
              <a:rPr lang="en-US" dirty="0"/>
              <a:t> reproducibility, fair comparison and imbalance-aware evaluation</a:t>
            </a:r>
            <a:endParaRPr lang="en-IN" dirty="0"/>
          </a:p>
          <a:p>
            <a:pPr marL="0" indent="0" algn="just">
              <a:lnSpc>
                <a:spcPct val="107000"/>
              </a:lnSpc>
              <a:spcAft>
                <a:spcPts val="800"/>
              </a:spcAft>
              <a:buNone/>
            </a:pPr>
            <a:endParaRPr lang="en-GB" dirty="0"/>
          </a:p>
        </p:txBody>
      </p:sp>
      <p:pic>
        <p:nvPicPr>
          <p:cNvPr id="4" name="Picture 3"/>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233920" y="782320"/>
            <a:ext cx="4317999" cy="5628640"/>
          </a:xfrm>
          <a:prstGeom prst="rect">
            <a:avLst/>
          </a:prstGeom>
          <a:noFill/>
          <a:ln>
            <a:noFill/>
          </a:ln>
        </p:spPr>
      </p:pic>
      <p:sp>
        <p:nvSpPr>
          <p:cNvPr id="5" name="Rectangle 4"/>
          <p:cNvSpPr/>
          <p:nvPr/>
        </p:nvSpPr>
        <p:spPr>
          <a:xfrm>
            <a:off x="6258560" y="6410960"/>
            <a:ext cx="6096000" cy="307777"/>
          </a:xfrm>
          <a:prstGeom prst="rect">
            <a:avLst/>
          </a:prstGeom>
        </p:spPr>
        <p:txBody>
          <a:bodyPr>
            <a:spAutoFit/>
          </a:bodyPr>
          <a:lstStyle/>
          <a:p>
            <a:r>
              <a:rPr lang="en-IN" sz="1400" b="1" i="1" dirty="0"/>
              <a:t>Figure </a:t>
            </a:r>
            <a:r>
              <a:rPr lang="en-IN" sz="1400" b="1" i="1" dirty="0" smtClean="0"/>
              <a:t>3: </a:t>
            </a:r>
            <a:r>
              <a:rPr lang="en-IN" sz="1400" b="1" i="1" dirty="0"/>
              <a:t>Proposed Credit Card Fraud Detection Implementation Architecture</a:t>
            </a:r>
          </a:p>
        </p:txBody>
      </p:sp>
    </p:spTree>
    <p:extLst>
      <p:ext uri="{BB962C8B-B14F-4D97-AF65-F5344CB8AC3E}">
        <p14:creationId xmlns:p14="http://schemas.microsoft.com/office/powerpoint/2010/main" val="31149314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Software and Hardware </a:t>
            </a:r>
            <a:r>
              <a:rPr lang="en-IN" b="1" dirty="0" smtClean="0"/>
              <a:t>Requirements</a:t>
            </a:r>
            <a:endParaRPr lang="en-IN" dirty="0"/>
          </a:p>
        </p:txBody>
      </p:sp>
      <p:sp>
        <p:nvSpPr>
          <p:cNvPr id="3" name="Content Placeholder 2"/>
          <p:cNvSpPr>
            <a:spLocks noGrp="1"/>
          </p:cNvSpPr>
          <p:nvPr>
            <p:ph sz="half" idx="1"/>
          </p:nvPr>
        </p:nvSpPr>
        <p:spPr/>
        <p:txBody>
          <a:bodyPr>
            <a:normAutofit/>
          </a:bodyPr>
          <a:lstStyle/>
          <a:p>
            <a:r>
              <a:rPr lang="en-US" b="1" dirty="0"/>
              <a:t>Python:</a:t>
            </a:r>
            <a:r>
              <a:rPr lang="en-US" dirty="0"/>
              <a:t> main programming language [1</a:t>
            </a:r>
            <a:r>
              <a:rPr lang="en-US" dirty="0" smtClean="0"/>
              <a:t>].</a:t>
            </a:r>
            <a:endParaRPr lang="en-US" b="1" dirty="0" smtClean="0"/>
          </a:p>
          <a:p>
            <a:pPr lvl="0"/>
            <a:r>
              <a:rPr lang="en-US" b="1" dirty="0" err="1" smtClean="0"/>
              <a:t>Jupyter</a:t>
            </a:r>
            <a:r>
              <a:rPr lang="en-US" b="1" dirty="0" smtClean="0"/>
              <a:t> </a:t>
            </a:r>
            <a:r>
              <a:rPr lang="en-US" b="1" dirty="0"/>
              <a:t>Notebook</a:t>
            </a:r>
            <a:r>
              <a:rPr lang="en-US" dirty="0"/>
              <a:t>: experiment environment.</a:t>
            </a:r>
            <a:endParaRPr lang="en-IN" dirty="0"/>
          </a:p>
          <a:p>
            <a:pPr lvl="0"/>
            <a:r>
              <a:rPr lang="en-US" b="1" dirty="0"/>
              <a:t>Pandas and </a:t>
            </a:r>
            <a:r>
              <a:rPr lang="en-US" b="1" dirty="0" err="1"/>
              <a:t>NumPy</a:t>
            </a:r>
            <a:r>
              <a:rPr lang="en-US" b="1" dirty="0"/>
              <a:t>:</a:t>
            </a:r>
            <a:r>
              <a:rPr lang="en-US" dirty="0"/>
              <a:t> data handling and numerical operations.</a:t>
            </a:r>
            <a:endParaRPr lang="en-IN" dirty="0"/>
          </a:p>
          <a:p>
            <a:pPr lvl="0"/>
            <a:r>
              <a:rPr lang="en-US" b="1" dirty="0" err="1"/>
              <a:t>Matplotlib</a:t>
            </a:r>
            <a:r>
              <a:rPr lang="en-US" b="1" dirty="0"/>
              <a:t> and </a:t>
            </a:r>
            <a:r>
              <a:rPr lang="en-US" b="1" dirty="0" err="1"/>
              <a:t>Seaborn</a:t>
            </a:r>
            <a:r>
              <a:rPr lang="en-US" b="1" dirty="0"/>
              <a:t>:</a:t>
            </a:r>
            <a:r>
              <a:rPr lang="en-US" dirty="0"/>
              <a:t> exploratory visualization.</a:t>
            </a:r>
            <a:endParaRPr lang="en-IN" dirty="0"/>
          </a:p>
          <a:p>
            <a:pPr lvl="0"/>
            <a:r>
              <a:rPr lang="en-US" b="1" dirty="0" err="1"/>
              <a:t>Scikit</a:t>
            </a:r>
            <a:r>
              <a:rPr lang="en-US" b="1" dirty="0"/>
              <a:t>-learn, </a:t>
            </a:r>
            <a:r>
              <a:rPr lang="en-US" b="1" dirty="0" err="1"/>
              <a:t>XGBoost</a:t>
            </a:r>
            <a:r>
              <a:rPr lang="en-US" b="1" dirty="0"/>
              <a:t> and </a:t>
            </a:r>
            <a:r>
              <a:rPr lang="en-US" b="1" dirty="0" err="1"/>
              <a:t>LightGBM</a:t>
            </a:r>
            <a:r>
              <a:rPr lang="en-US" b="1" dirty="0"/>
              <a:t>:</a:t>
            </a:r>
            <a:r>
              <a:rPr lang="en-US" dirty="0"/>
              <a:t> planned </a:t>
            </a:r>
            <a:r>
              <a:rPr lang="en-US" dirty="0" err="1"/>
              <a:t>modelling</a:t>
            </a:r>
            <a:r>
              <a:rPr lang="en-US" dirty="0"/>
              <a:t> [1].</a:t>
            </a:r>
            <a:endParaRPr lang="en-IN" dirty="0"/>
          </a:p>
          <a:p>
            <a:pPr lvl="0"/>
            <a:r>
              <a:rPr lang="en-US" b="1" dirty="0"/>
              <a:t>Standard computer with at least 8 GB RAM:</a:t>
            </a:r>
            <a:r>
              <a:rPr lang="en-US" dirty="0"/>
              <a:t> 16 GB recommended</a:t>
            </a:r>
            <a:r>
              <a:rPr lang="en-US" dirty="0" smtClean="0"/>
              <a:t>.</a:t>
            </a:r>
            <a:endParaRPr lang="en-IN" dirty="0"/>
          </a:p>
        </p:txBody>
      </p:sp>
    </p:spTree>
    <p:extLst>
      <p:ext uri="{BB962C8B-B14F-4D97-AF65-F5344CB8AC3E}">
        <p14:creationId xmlns:p14="http://schemas.microsoft.com/office/powerpoint/2010/main" val="30171961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a:t>Selection of Machine Learning Models</a:t>
            </a:r>
            <a:endParaRPr lang="en-IN" b="1" dirty="0"/>
          </a:p>
        </p:txBody>
      </p:sp>
      <p:sp>
        <p:nvSpPr>
          <p:cNvPr id="3" name="Content Placeholder 2"/>
          <p:cNvSpPr>
            <a:spLocks noGrp="1"/>
          </p:cNvSpPr>
          <p:nvPr>
            <p:ph sz="half" idx="1"/>
          </p:nvPr>
        </p:nvSpPr>
        <p:spPr/>
        <p:txBody>
          <a:bodyPr>
            <a:normAutofit/>
          </a:bodyPr>
          <a:lstStyle/>
          <a:p>
            <a:pPr lvl="0"/>
            <a:r>
              <a:rPr lang="en-US" b="1" dirty="0"/>
              <a:t>Logistic Regression:</a:t>
            </a:r>
            <a:r>
              <a:rPr lang="en-US" dirty="0"/>
              <a:t> interpretable baseline.</a:t>
            </a:r>
            <a:endParaRPr lang="en-IN" dirty="0"/>
          </a:p>
          <a:p>
            <a:pPr lvl="0"/>
            <a:r>
              <a:rPr lang="en-US" b="1" dirty="0"/>
              <a:t>Decision Tree:</a:t>
            </a:r>
            <a:r>
              <a:rPr lang="en-US" dirty="0"/>
              <a:t> clear non-linear decision rules [3</a:t>
            </a:r>
            <a:r>
              <a:rPr lang="en-US" dirty="0" smtClean="0"/>
              <a:t>].</a:t>
            </a:r>
            <a:endParaRPr lang="en-IN" dirty="0"/>
          </a:p>
          <a:p>
            <a:pPr lvl="0"/>
            <a:r>
              <a:rPr lang="en-US" b="1" dirty="0"/>
              <a:t>Random Forest:</a:t>
            </a:r>
            <a:r>
              <a:rPr lang="en-US" dirty="0"/>
              <a:t> stable tree-based ensemble [5</a:t>
            </a:r>
            <a:r>
              <a:rPr lang="en-US" dirty="0" smtClean="0"/>
              <a:t>].</a:t>
            </a:r>
            <a:endParaRPr lang="en-IN" dirty="0"/>
          </a:p>
          <a:p>
            <a:pPr lvl="0"/>
            <a:r>
              <a:rPr lang="en-US" b="1" dirty="0" err="1"/>
              <a:t>XGBoost</a:t>
            </a:r>
            <a:r>
              <a:rPr lang="en-US" b="1" dirty="0"/>
              <a:t>:</a:t>
            </a:r>
            <a:r>
              <a:rPr lang="en-US" dirty="0"/>
              <a:t> </a:t>
            </a:r>
            <a:r>
              <a:rPr lang="en-US" dirty="0" err="1"/>
              <a:t>regularised</a:t>
            </a:r>
            <a:r>
              <a:rPr lang="en-US" dirty="0"/>
              <a:t> gradient boosting [1</a:t>
            </a:r>
            <a:r>
              <a:rPr lang="en-US" dirty="0" smtClean="0"/>
              <a:t>].</a:t>
            </a:r>
            <a:endParaRPr lang="en-IN" dirty="0"/>
          </a:p>
          <a:p>
            <a:pPr lvl="0"/>
            <a:r>
              <a:rPr lang="en-US" b="1" dirty="0" err="1"/>
              <a:t>LightGBM</a:t>
            </a:r>
            <a:r>
              <a:rPr lang="en-US" b="1" dirty="0"/>
              <a:t>:</a:t>
            </a:r>
            <a:r>
              <a:rPr lang="en-US" dirty="0"/>
              <a:t> efficient boosting for large </a:t>
            </a:r>
            <a:r>
              <a:rPr lang="en-US" dirty="0" smtClean="0"/>
              <a:t>datasets.</a:t>
            </a:r>
            <a:endParaRPr lang="en-IN" dirty="0"/>
          </a:p>
          <a:p>
            <a:pPr lvl="0"/>
            <a:r>
              <a:rPr lang="en-US" dirty="0"/>
              <a:t>All five models will be trained in the next </a:t>
            </a:r>
            <a:r>
              <a:rPr lang="en-US" dirty="0" smtClean="0"/>
              <a:t>draft.</a:t>
            </a:r>
            <a:endParaRPr lang="en-IN" dirty="0"/>
          </a:p>
          <a:p>
            <a:endParaRPr lang="en-IN" dirty="0"/>
          </a:p>
        </p:txBody>
      </p:sp>
    </p:spTree>
    <p:extLst>
      <p:ext uri="{BB962C8B-B14F-4D97-AF65-F5344CB8AC3E}">
        <p14:creationId xmlns:p14="http://schemas.microsoft.com/office/powerpoint/2010/main" val="414985777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D912D1E-3046-D830-B039-050450805597}"/>
              </a:ext>
            </a:extLst>
          </p:cNvPr>
          <p:cNvSpPr>
            <a:spLocks noGrp="1"/>
          </p:cNvSpPr>
          <p:nvPr>
            <p:ph type="title"/>
          </p:nvPr>
        </p:nvSpPr>
        <p:spPr/>
        <p:txBody>
          <a:bodyPr>
            <a:normAutofit fontScale="90000"/>
          </a:bodyPr>
          <a:lstStyle/>
          <a:p>
            <a:r>
              <a:rPr lang="en-IN" b="1" dirty="0"/>
              <a:t>Progress and Next Steps</a:t>
            </a:r>
            <a:endParaRPr lang="x-none"/>
          </a:p>
        </p:txBody>
      </p:sp>
      <p:sp>
        <p:nvSpPr>
          <p:cNvPr id="3" name="Content Placeholder 2">
            <a:extLst>
              <a:ext uri="{FF2B5EF4-FFF2-40B4-BE49-F238E27FC236}">
                <a16:creationId xmlns="" xmlns:a16="http://schemas.microsoft.com/office/drawing/2014/main" id="{486602FF-00EB-DC2D-26EC-24DDBEAD09AA}"/>
              </a:ext>
            </a:extLst>
          </p:cNvPr>
          <p:cNvSpPr>
            <a:spLocks noGrp="1"/>
          </p:cNvSpPr>
          <p:nvPr>
            <p:ph sz="half" idx="1"/>
          </p:nvPr>
        </p:nvSpPr>
        <p:spPr>
          <a:xfrm>
            <a:off x="198001" y="767566"/>
            <a:ext cx="4587360" cy="5494085"/>
          </a:xfrm>
        </p:spPr>
        <p:txBody>
          <a:bodyPr vert="horz" lIns="91440" tIns="0" rIns="91440" bIns="0" rtlCol="0" anchor="t">
            <a:normAutofit fontScale="85000" lnSpcReduction="20000"/>
          </a:bodyPr>
          <a:lstStyle/>
          <a:p>
            <a:pPr lvl="0"/>
            <a:r>
              <a:rPr lang="en-US" b="1" dirty="0"/>
              <a:t>Completed</a:t>
            </a:r>
            <a:endParaRPr lang="en-IN" sz="2800" dirty="0"/>
          </a:p>
          <a:p>
            <a:pPr lvl="1"/>
            <a:r>
              <a:rPr lang="en-US" dirty="0"/>
              <a:t>Proposal development</a:t>
            </a:r>
            <a:endParaRPr lang="en-IN" sz="2400" dirty="0"/>
          </a:p>
          <a:p>
            <a:pPr lvl="1"/>
            <a:r>
              <a:rPr lang="en-US" dirty="0"/>
              <a:t>Literature review</a:t>
            </a:r>
            <a:endParaRPr lang="en-IN" sz="2400" dirty="0"/>
          </a:p>
          <a:p>
            <a:pPr lvl="1"/>
            <a:r>
              <a:rPr lang="en-US" dirty="0"/>
              <a:t>Dataset selection</a:t>
            </a:r>
            <a:endParaRPr lang="en-IN" sz="2400" dirty="0"/>
          </a:p>
          <a:p>
            <a:pPr lvl="1"/>
            <a:r>
              <a:rPr lang="en-US" dirty="0"/>
              <a:t>Research methodology</a:t>
            </a:r>
            <a:endParaRPr lang="en-IN" sz="2400" dirty="0"/>
          </a:p>
          <a:p>
            <a:pPr lvl="1"/>
            <a:r>
              <a:rPr lang="en-US" dirty="0"/>
              <a:t>Data cleaning and </a:t>
            </a:r>
            <a:r>
              <a:rPr lang="en-US" dirty="0" err="1"/>
              <a:t>visualisation</a:t>
            </a:r>
            <a:endParaRPr lang="en-IN" sz="2400" dirty="0"/>
          </a:p>
          <a:p>
            <a:pPr lvl="0"/>
            <a:r>
              <a:rPr lang="en-US" b="1" dirty="0"/>
              <a:t>Current</a:t>
            </a:r>
            <a:endParaRPr lang="en-IN" sz="2800" dirty="0"/>
          </a:p>
          <a:p>
            <a:pPr lvl="1"/>
            <a:r>
              <a:rPr lang="en-US" dirty="0"/>
              <a:t>Data preprocessing</a:t>
            </a:r>
            <a:endParaRPr lang="en-IN" sz="2400" dirty="0"/>
          </a:p>
          <a:p>
            <a:pPr lvl="1"/>
            <a:r>
              <a:rPr lang="en-US" dirty="0"/>
              <a:t>Model implementation preparation</a:t>
            </a:r>
            <a:endParaRPr lang="en-IN" sz="2400" dirty="0"/>
          </a:p>
          <a:p>
            <a:pPr lvl="0"/>
            <a:r>
              <a:rPr lang="en-US" b="1" dirty="0"/>
              <a:t>Remaining</a:t>
            </a:r>
            <a:endParaRPr lang="en-IN" sz="2800" dirty="0"/>
          </a:p>
          <a:p>
            <a:pPr lvl="1"/>
            <a:r>
              <a:rPr lang="en-US" dirty="0"/>
              <a:t>Model training and evaluation</a:t>
            </a:r>
            <a:endParaRPr lang="en-IN" sz="2400" dirty="0"/>
          </a:p>
          <a:p>
            <a:pPr lvl="1"/>
            <a:r>
              <a:rPr lang="en-US" dirty="0"/>
              <a:t>Results analysis</a:t>
            </a:r>
            <a:endParaRPr lang="en-IN" sz="2400" dirty="0"/>
          </a:p>
          <a:p>
            <a:pPr lvl="1"/>
            <a:r>
              <a:rPr lang="en-US" dirty="0"/>
              <a:t>Dissertation writing and final submission</a:t>
            </a:r>
            <a:endParaRPr lang="en-IN" sz="2400" dirty="0"/>
          </a:p>
          <a:p>
            <a:pPr marL="457200" lvl="1" indent="0" algn="just">
              <a:lnSpc>
                <a:spcPct val="107000"/>
              </a:lnSpc>
              <a:spcAft>
                <a:spcPts val="800"/>
              </a:spcAft>
              <a:buNone/>
            </a:pPr>
            <a:endParaRPr lang="x-none" dirty="0">
              <a:latin typeface="Helvetica" pitchFamily="2" charset="0"/>
            </a:endParaRPr>
          </a:p>
        </p:txBody>
      </p:sp>
      <p:sp>
        <p:nvSpPr>
          <p:cNvPr id="4" name="Rectangle 3"/>
          <p:cNvSpPr/>
          <p:nvPr/>
        </p:nvSpPr>
        <p:spPr>
          <a:xfrm>
            <a:off x="6456226" y="5510014"/>
            <a:ext cx="2199513" cy="369332"/>
          </a:xfrm>
          <a:prstGeom prst="rect">
            <a:avLst/>
          </a:prstGeom>
        </p:spPr>
        <p:txBody>
          <a:bodyPr wrap="none">
            <a:spAutoFit/>
          </a:bodyPr>
          <a:lstStyle/>
          <a:p>
            <a:r>
              <a:rPr lang="en-IN" b="1" i="1" dirty="0"/>
              <a:t>Figure </a:t>
            </a:r>
            <a:r>
              <a:rPr lang="en-IN" b="1" i="1" dirty="0" smtClean="0"/>
              <a:t>4</a:t>
            </a:r>
            <a:r>
              <a:rPr lang="en-IN" b="1" i="1" dirty="0" smtClean="0"/>
              <a:t>: </a:t>
            </a:r>
            <a:r>
              <a:rPr lang="en-IN" b="1" i="1" dirty="0" smtClean="0"/>
              <a:t>Gantt Chart</a:t>
            </a:r>
            <a:endParaRPr lang="en-IN" b="1" dirty="0"/>
          </a:p>
        </p:txBody>
      </p:sp>
      <p:pic>
        <p:nvPicPr>
          <p:cNvPr id="6" name="Picture 5"/>
          <p:cNvPicPr/>
          <p:nvPr/>
        </p:nvPicPr>
        <p:blipFill>
          <a:blip r:embed="rId3"/>
          <a:stretch>
            <a:fillRect/>
          </a:stretch>
        </p:blipFill>
        <p:spPr>
          <a:xfrm>
            <a:off x="4572000" y="1249680"/>
            <a:ext cx="7528560" cy="4331454"/>
          </a:xfrm>
          <a:prstGeom prst="rect">
            <a:avLst/>
          </a:prstGeom>
        </p:spPr>
      </p:pic>
    </p:spTree>
    <p:extLst>
      <p:ext uri="{BB962C8B-B14F-4D97-AF65-F5344CB8AC3E}">
        <p14:creationId xmlns:p14="http://schemas.microsoft.com/office/powerpoint/2010/main" val="194225837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D912D1E-3046-D830-B039-050450805597}"/>
              </a:ext>
            </a:extLst>
          </p:cNvPr>
          <p:cNvSpPr>
            <a:spLocks noGrp="1"/>
          </p:cNvSpPr>
          <p:nvPr>
            <p:ph type="title"/>
          </p:nvPr>
        </p:nvSpPr>
        <p:spPr/>
        <p:txBody>
          <a:bodyPr>
            <a:normAutofit fontScale="90000"/>
          </a:bodyPr>
          <a:lstStyle/>
          <a:p>
            <a:r>
              <a:rPr lang="en-GB" b="1" dirty="0"/>
              <a:t>L</a:t>
            </a:r>
            <a:r>
              <a:rPr lang="x-none" b="1" dirty="0"/>
              <a:t>iterature </a:t>
            </a:r>
            <a:r>
              <a:rPr lang="en-GB" b="1" dirty="0"/>
              <a:t>R</a:t>
            </a:r>
            <a:r>
              <a:rPr lang="x-none" b="1" dirty="0"/>
              <a:t>eview</a:t>
            </a:r>
          </a:p>
        </p:txBody>
      </p:sp>
      <p:sp>
        <p:nvSpPr>
          <p:cNvPr id="3" name="Content Placeholder 2">
            <a:extLst>
              <a:ext uri="{FF2B5EF4-FFF2-40B4-BE49-F238E27FC236}">
                <a16:creationId xmlns="" xmlns:a16="http://schemas.microsoft.com/office/drawing/2014/main" id="{486602FF-00EB-DC2D-26EC-24DDBEAD09AA}"/>
              </a:ext>
            </a:extLst>
          </p:cNvPr>
          <p:cNvSpPr>
            <a:spLocks noGrp="1"/>
          </p:cNvSpPr>
          <p:nvPr>
            <p:ph sz="half" idx="1"/>
          </p:nvPr>
        </p:nvSpPr>
        <p:spPr/>
        <p:txBody>
          <a:bodyPr>
            <a:normAutofit fontScale="92500" lnSpcReduction="10000"/>
          </a:bodyPr>
          <a:lstStyle/>
          <a:p>
            <a:pPr lvl="0"/>
            <a:r>
              <a:rPr lang="en-US" dirty="0"/>
              <a:t>Feature selection and reproducible preprocessing have an impact on fraud-detection performance [6].</a:t>
            </a:r>
            <a:endParaRPr lang="en-IN" dirty="0"/>
          </a:p>
          <a:p>
            <a:pPr lvl="0"/>
            <a:r>
              <a:rPr lang="en-US" dirty="0"/>
              <a:t>Models are prone to class imbalance bias towards true transactions when there is severe imbalance [7].</a:t>
            </a:r>
            <a:endParaRPr lang="en-IN" dirty="0"/>
          </a:p>
          <a:p>
            <a:pPr lvl="0"/>
            <a:r>
              <a:rPr lang="en-US" dirty="0"/>
              <a:t>Multistage ensemble models are able to detect various fraud patterns [8].</a:t>
            </a:r>
            <a:endParaRPr lang="en-IN" dirty="0"/>
          </a:p>
          <a:p>
            <a:pPr lvl="0"/>
            <a:r>
              <a:rPr lang="en-US" dirty="0"/>
              <a:t>The F1-score and the ROC-AUC are impacted by sampling and feature extraction [9].</a:t>
            </a:r>
            <a:endParaRPr lang="en-IN" dirty="0"/>
          </a:p>
          <a:p>
            <a:pPr lvl="0"/>
            <a:r>
              <a:rPr lang="en-US" dirty="0"/>
              <a:t>There is no best </a:t>
            </a:r>
            <a:r>
              <a:rPr lang="en-US" dirty="0" err="1"/>
              <a:t>modelling</a:t>
            </a:r>
            <a:r>
              <a:rPr lang="en-US" dirty="0"/>
              <a:t> or balancing approach in all contexts [6],[9].</a:t>
            </a:r>
            <a:endParaRPr lang="en-IN" dirty="0"/>
          </a:p>
          <a:p>
            <a:pPr lvl="0"/>
            <a:r>
              <a:rPr lang="en-US" b="1" dirty="0"/>
              <a:t>Research gap:</a:t>
            </a:r>
            <a:r>
              <a:rPr lang="en-US" dirty="0"/>
              <a:t> The lack of a consistent comparison of Logistic Regression, Decision Tree, Random Forest, </a:t>
            </a:r>
            <a:r>
              <a:rPr lang="en-US" dirty="0" err="1"/>
              <a:t>XGBoost</a:t>
            </a:r>
            <a:r>
              <a:rPr lang="en-US" dirty="0"/>
              <a:t> and </a:t>
            </a:r>
            <a:r>
              <a:rPr lang="en-US" dirty="0" err="1"/>
              <a:t>LightGBM</a:t>
            </a:r>
            <a:r>
              <a:rPr lang="en-US" dirty="0"/>
              <a:t> with same preprocessing and evaluation metrics.</a:t>
            </a:r>
            <a:endParaRPr lang="en-IN" dirty="0"/>
          </a:p>
          <a:p>
            <a:pPr algn="just">
              <a:lnSpc>
                <a:spcPct val="107000"/>
              </a:lnSpc>
              <a:spcAft>
                <a:spcPts val="800"/>
              </a:spcAft>
            </a:pPr>
            <a:endParaRPr lang="en-GB" dirty="0"/>
          </a:p>
        </p:txBody>
      </p:sp>
    </p:spTree>
    <p:extLst>
      <p:ext uri="{BB962C8B-B14F-4D97-AF65-F5344CB8AC3E}">
        <p14:creationId xmlns:p14="http://schemas.microsoft.com/office/powerpoint/2010/main" val="394422816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a:t>Expected Contribution</a:t>
            </a:r>
            <a:endParaRPr lang="en-IN" dirty="0"/>
          </a:p>
        </p:txBody>
      </p:sp>
      <p:sp>
        <p:nvSpPr>
          <p:cNvPr id="3" name="Content Placeholder 2"/>
          <p:cNvSpPr>
            <a:spLocks noGrp="1"/>
          </p:cNvSpPr>
          <p:nvPr>
            <p:ph sz="half" idx="1"/>
          </p:nvPr>
        </p:nvSpPr>
        <p:spPr/>
        <p:txBody>
          <a:bodyPr>
            <a:normAutofit/>
          </a:bodyPr>
          <a:lstStyle/>
          <a:p>
            <a:pPr lvl="0"/>
            <a:r>
              <a:rPr lang="en-US" dirty="0"/>
              <a:t>Structured and reproducible fraud-detection workflow</a:t>
            </a:r>
            <a:endParaRPr lang="en-IN" dirty="0"/>
          </a:p>
          <a:p>
            <a:pPr lvl="0"/>
            <a:r>
              <a:rPr lang="en-US" dirty="0"/>
              <a:t>Clear visual explanation of severe class imbalance</a:t>
            </a:r>
            <a:endParaRPr lang="en-IN" dirty="0"/>
          </a:p>
          <a:p>
            <a:pPr lvl="0"/>
            <a:r>
              <a:rPr lang="en-US" dirty="0"/>
              <a:t>Consistent plan for comparing five algorithms</a:t>
            </a:r>
            <a:endParaRPr lang="en-IN" dirty="0"/>
          </a:p>
          <a:p>
            <a:pPr lvl="0"/>
            <a:r>
              <a:rPr lang="en-US" dirty="0"/>
              <a:t>Use of multiple measures rather than accuracy alone</a:t>
            </a:r>
            <a:endParaRPr lang="en-IN" dirty="0"/>
          </a:p>
          <a:p>
            <a:pPr lvl="0"/>
            <a:r>
              <a:rPr lang="en-US" dirty="0"/>
              <a:t>Practical basis for selecting a reliable detection model</a:t>
            </a:r>
            <a:endParaRPr lang="en-IN" dirty="0"/>
          </a:p>
          <a:p>
            <a:pPr lvl="0"/>
            <a:r>
              <a:rPr lang="en-US" dirty="0"/>
              <a:t>Final contribution will be confirmed after model evaluation</a:t>
            </a:r>
            <a:endParaRPr lang="en-IN" dirty="0"/>
          </a:p>
          <a:p>
            <a:pPr marL="0" indent="0">
              <a:buNone/>
            </a:pPr>
            <a:endParaRPr lang="en-IN" dirty="0"/>
          </a:p>
        </p:txBody>
      </p:sp>
    </p:spTree>
    <p:extLst>
      <p:ext uri="{BB962C8B-B14F-4D97-AF65-F5344CB8AC3E}">
        <p14:creationId xmlns:p14="http://schemas.microsoft.com/office/powerpoint/2010/main" val="119950949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D912D1E-3046-D830-B039-050450805597}"/>
              </a:ext>
            </a:extLst>
          </p:cNvPr>
          <p:cNvSpPr>
            <a:spLocks noGrp="1"/>
          </p:cNvSpPr>
          <p:nvPr>
            <p:ph type="title"/>
          </p:nvPr>
        </p:nvSpPr>
        <p:spPr/>
        <p:txBody>
          <a:bodyPr>
            <a:normAutofit fontScale="90000"/>
          </a:bodyPr>
          <a:lstStyle/>
          <a:p>
            <a:r>
              <a:rPr lang="x-none" b="1"/>
              <a:t>Conclusion</a:t>
            </a:r>
            <a:endParaRPr lang="en-US" b="1" dirty="0"/>
          </a:p>
        </p:txBody>
      </p:sp>
      <p:sp>
        <p:nvSpPr>
          <p:cNvPr id="3" name="Content Placeholder 2">
            <a:extLst>
              <a:ext uri="{FF2B5EF4-FFF2-40B4-BE49-F238E27FC236}">
                <a16:creationId xmlns="" xmlns:a16="http://schemas.microsoft.com/office/drawing/2014/main" id="{486602FF-00EB-DC2D-26EC-24DDBEAD09AA}"/>
              </a:ext>
            </a:extLst>
          </p:cNvPr>
          <p:cNvSpPr>
            <a:spLocks noGrp="1"/>
          </p:cNvSpPr>
          <p:nvPr>
            <p:ph sz="half" idx="1"/>
          </p:nvPr>
        </p:nvSpPr>
        <p:spPr/>
        <p:txBody>
          <a:bodyPr vert="horz" lIns="91440" tIns="0" rIns="91440" bIns="0" rtlCol="0" anchor="t">
            <a:normAutofit/>
          </a:bodyPr>
          <a:lstStyle/>
          <a:p>
            <a:pPr lvl="0"/>
            <a:r>
              <a:rPr lang="en-US" dirty="0"/>
              <a:t>The project is progressing according to the planned workflow</a:t>
            </a:r>
            <a:endParaRPr lang="en-IN" dirty="0"/>
          </a:p>
          <a:p>
            <a:pPr lvl="0"/>
            <a:r>
              <a:rPr lang="en-US" dirty="0"/>
              <a:t>Dataset understanding, cleaning and </a:t>
            </a:r>
            <a:r>
              <a:rPr lang="en-US" dirty="0" err="1"/>
              <a:t>visualisation</a:t>
            </a:r>
            <a:r>
              <a:rPr lang="en-US" dirty="0"/>
              <a:t> are complete</a:t>
            </a:r>
            <a:endParaRPr lang="en-IN" dirty="0"/>
          </a:p>
          <a:p>
            <a:pPr lvl="0"/>
            <a:r>
              <a:rPr lang="en-US" dirty="0"/>
              <a:t>Severe class imbalance has been confirmed</a:t>
            </a:r>
            <a:endParaRPr lang="en-IN" dirty="0"/>
          </a:p>
          <a:p>
            <a:pPr lvl="0"/>
            <a:r>
              <a:rPr lang="en-US" dirty="0"/>
              <a:t>Five suitable algorithms have been selected from the literature</a:t>
            </a:r>
            <a:endParaRPr lang="en-IN" dirty="0"/>
          </a:p>
          <a:p>
            <a:pPr lvl="0"/>
            <a:r>
              <a:rPr lang="en-US" dirty="0"/>
              <a:t>Model training and evaluation will begin in the next draft</a:t>
            </a:r>
            <a:endParaRPr lang="en-IN" dirty="0"/>
          </a:p>
          <a:p>
            <a:pPr lvl="0"/>
            <a:r>
              <a:rPr lang="en-US" dirty="0"/>
              <a:t>No best-performing model is claimed at the midpoint </a:t>
            </a:r>
            <a:r>
              <a:rPr lang="en-US" dirty="0" smtClean="0"/>
              <a:t>stage</a:t>
            </a:r>
            <a:endParaRPr lang="en-IN" dirty="0"/>
          </a:p>
        </p:txBody>
      </p:sp>
    </p:spTree>
    <p:extLst>
      <p:ext uri="{BB962C8B-B14F-4D97-AF65-F5344CB8AC3E}">
        <p14:creationId xmlns:p14="http://schemas.microsoft.com/office/powerpoint/2010/main" val="321958490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b="1" dirty="0" smtClean="0"/>
              <a:t>References</a:t>
            </a:r>
            <a:endParaRPr lang="en-IN" b="1" dirty="0"/>
          </a:p>
        </p:txBody>
      </p:sp>
      <p:sp>
        <p:nvSpPr>
          <p:cNvPr id="3" name="Content Placeholder 2"/>
          <p:cNvSpPr>
            <a:spLocks noGrp="1"/>
          </p:cNvSpPr>
          <p:nvPr>
            <p:ph sz="half" idx="1"/>
          </p:nvPr>
        </p:nvSpPr>
        <p:spPr/>
        <p:txBody>
          <a:bodyPr>
            <a:normAutofit fontScale="55000" lnSpcReduction="20000"/>
          </a:bodyPr>
          <a:lstStyle/>
          <a:p>
            <a:r>
              <a:rPr lang="en-US" dirty="0"/>
              <a:t>[1] L. </a:t>
            </a:r>
            <a:r>
              <a:rPr lang="en-US" dirty="0" err="1"/>
              <a:t>Theodorakopoulos</a:t>
            </a:r>
            <a:r>
              <a:rPr lang="en-US" dirty="0"/>
              <a:t>, A. </a:t>
            </a:r>
            <a:r>
              <a:rPr lang="en-US" dirty="0" err="1"/>
              <a:t>Theodoropoulou</a:t>
            </a:r>
            <a:r>
              <a:rPr lang="en-US" dirty="0"/>
              <a:t>, A. </a:t>
            </a:r>
            <a:r>
              <a:rPr lang="en-US" dirty="0" err="1"/>
              <a:t>Tsimakis</a:t>
            </a:r>
            <a:r>
              <a:rPr lang="en-US" dirty="0"/>
              <a:t> and C. </a:t>
            </a:r>
            <a:r>
              <a:rPr lang="en-US" dirty="0" err="1"/>
              <a:t>Halkiopoulos</a:t>
            </a:r>
            <a:r>
              <a:rPr lang="en-US" dirty="0"/>
              <a:t>, Big data-driven distributed machine learning for scalable credit card fraud detection using </a:t>
            </a:r>
            <a:r>
              <a:rPr lang="en-US" dirty="0" err="1"/>
              <a:t>PySpark</a:t>
            </a:r>
            <a:r>
              <a:rPr lang="en-US" dirty="0"/>
              <a:t>, </a:t>
            </a:r>
            <a:r>
              <a:rPr lang="en-US" dirty="0" err="1"/>
              <a:t>XGBoost</a:t>
            </a:r>
            <a:r>
              <a:rPr lang="en-US" dirty="0"/>
              <a:t>, and </a:t>
            </a:r>
            <a:r>
              <a:rPr lang="en-US" dirty="0" err="1"/>
              <a:t>CatBoost</a:t>
            </a:r>
            <a:r>
              <a:rPr lang="en-US" dirty="0"/>
              <a:t>, Electronics, vol. 14, no. 9, p. 1754, 2025. </a:t>
            </a:r>
            <a:r>
              <a:rPr lang="en-US" dirty="0" err="1"/>
              <a:t>doi</a:t>
            </a:r>
            <a:r>
              <a:rPr lang="en-US" dirty="0"/>
              <a:t>: 10.3390/electronics14091754.</a:t>
            </a:r>
            <a:endParaRPr lang="en-IN" dirty="0"/>
          </a:p>
          <a:p>
            <a:r>
              <a:rPr lang="en-US" dirty="0"/>
              <a:t>[2] W. Sun, Q. </a:t>
            </a:r>
            <a:r>
              <a:rPr lang="en-US" dirty="0" err="1"/>
              <a:t>Shen</a:t>
            </a:r>
            <a:r>
              <a:rPr lang="en-US" dirty="0"/>
              <a:t>, Y. </a:t>
            </a:r>
            <a:r>
              <a:rPr lang="en-US" dirty="0" err="1"/>
              <a:t>Gao</a:t>
            </a:r>
            <a:r>
              <a:rPr lang="en-US" dirty="0"/>
              <a:t>, Q. Mao, T. Qi and S. </a:t>
            </a:r>
            <a:r>
              <a:rPr lang="en-US" dirty="0" err="1"/>
              <a:t>Xu</a:t>
            </a:r>
            <a:r>
              <a:rPr lang="en-US" dirty="0"/>
              <a:t>, Objective over architecture: Fraud detection under extreme imbalance in bank account opening, Computation, vol. 13, no. 12, p. 290, 2025. </a:t>
            </a:r>
            <a:r>
              <a:rPr lang="en-US" dirty="0" err="1"/>
              <a:t>doi</a:t>
            </a:r>
            <a:r>
              <a:rPr lang="en-US" dirty="0"/>
              <a:t>: 10.3390/computation13120290.</a:t>
            </a:r>
            <a:endParaRPr lang="en-IN" dirty="0"/>
          </a:p>
          <a:p>
            <a:r>
              <a:rPr lang="en-US" dirty="0"/>
              <a:t>[3] M. </a:t>
            </a:r>
            <a:r>
              <a:rPr lang="en-US" dirty="0" err="1"/>
              <a:t>Arifuzzaman</a:t>
            </a:r>
            <a:r>
              <a:rPr lang="en-US" dirty="0"/>
              <a:t>, M. R. </a:t>
            </a:r>
            <a:r>
              <a:rPr lang="en-US" dirty="0" err="1"/>
              <a:t>Hasan</a:t>
            </a:r>
            <a:r>
              <a:rPr lang="en-US" dirty="0"/>
              <a:t>, T. J. </a:t>
            </a:r>
            <a:r>
              <a:rPr lang="en-US" dirty="0" err="1"/>
              <a:t>Toma</a:t>
            </a:r>
            <a:r>
              <a:rPr lang="en-US" dirty="0"/>
              <a:t>, S. B. Hassan and A. K. Paul, An advanced Decision Tree-based deep neural network in nonlinear data classification, Technologies, vol. 11, no. 1, p. 24, 2023. </a:t>
            </a:r>
            <a:r>
              <a:rPr lang="en-US" dirty="0" err="1"/>
              <a:t>doi</a:t>
            </a:r>
            <a:r>
              <a:rPr lang="en-US" dirty="0"/>
              <a:t>: 10.3390/technologies11010024.</a:t>
            </a:r>
            <a:endParaRPr lang="en-IN" dirty="0"/>
          </a:p>
          <a:p>
            <a:r>
              <a:rPr lang="en-US" dirty="0"/>
              <a:t>[4] M. C. Hinojosa Lee, J. </a:t>
            </a:r>
            <a:r>
              <a:rPr lang="en-US" dirty="0" err="1"/>
              <a:t>Braet</a:t>
            </a:r>
            <a:r>
              <a:rPr lang="en-US" dirty="0"/>
              <a:t> and J. </a:t>
            </a:r>
            <a:r>
              <a:rPr lang="en-US" dirty="0" err="1"/>
              <a:t>Springael</a:t>
            </a:r>
            <a:r>
              <a:rPr lang="en-US" dirty="0"/>
              <a:t>, Performance metrics for </a:t>
            </a:r>
            <a:r>
              <a:rPr lang="en-US" dirty="0" err="1"/>
              <a:t>multilabel</a:t>
            </a:r>
            <a:r>
              <a:rPr lang="en-US" dirty="0"/>
              <a:t> emotion classification: Comparing micro, macro, and weighted F1-scores, Applied Sciences, vol. 14, no. 21, p. 9863, 2024. </a:t>
            </a:r>
            <a:r>
              <a:rPr lang="en-US" dirty="0" err="1"/>
              <a:t>doi</a:t>
            </a:r>
            <a:r>
              <a:rPr lang="en-US" dirty="0"/>
              <a:t>: 10.3390/app14219863.</a:t>
            </a:r>
            <a:endParaRPr lang="en-IN" dirty="0"/>
          </a:p>
          <a:p>
            <a:r>
              <a:rPr lang="en-US" dirty="0"/>
              <a:t>[5] Y. Yang and H. Wang, Random Forest-based machine failure prediction: A performance comparison, Applied Sciences, vol. 15, no. 16, p. 8841, 2025. </a:t>
            </a:r>
            <a:r>
              <a:rPr lang="en-US" dirty="0" err="1"/>
              <a:t>doi</a:t>
            </a:r>
            <a:r>
              <a:rPr lang="en-US" dirty="0"/>
              <a:t>: 10.3390/app15168841.</a:t>
            </a:r>
            <a:endParaRPr lang="en-IN" dirty="0"/>
          </a:p>
          <a:p>
            <a:r>
              <a:rPr lang="en-US" dirty="0"/>
              <a:t>[6] E. </a:t>
            </a:r>
            <a:r>
              <a:rPr lang="en-US" dirty="0" err="1"/>
              <a:t>Ileberi</a:t>
            </a:r>
            <a:r>
              <a:rPr lang="en-US" dirty="0"/>
              <a:t>, Y. Sun and Z. Wang, A machine learning based credit card fraud detection using the GA algorithm for feature selection, Journal of Big Data, vol. 9, art. 24, 2022. </a:t>
            </a:r>
            <a:r>
              <a:rPr lang="en-US" dirty="0" err="1"/>
              <a:t>doi</a:t>
            </a:r>
            <a:r>
              <a:rPr lang="en-US" dirty="0"/>
              <a:t>: 10.1186/s40537-022-00573-8.</a:t>
            </a:r>
            <a:endParaRPr lang="en-IN" dirty="0"/>
          </a:p>
          <a:p>
            <a:r>
              <a:rPr lang="en-US" dirty="0"/>
              <a:t>[7] D. </a:t>
            </a:r>
            <a:r>
              <a:rPr lang="en-US" dirty="0" err="1"/>
              <a:t>Breskuviene</a:t>
            </a:r>
            <a:r>
              <a:rPr lang="en-US" dirty="0"/>
              <a:t> and G. </a:t>
            </a:r>
            <a:r>
              <a:rPr lang="en-US" dirty="0" err="1"/>
              <a:t>Dzemyda</a:t>
            </a:r>
            <a:r>
              <a:rPr lang="en-US" dirty="0"/>
              <a:t>, Enhancing credit card fraud detection: Highly imbalanced data case, Journal of Big Data, vol. 11, art. 182, 2024. </a:t>
            </a:r>
            <a:r>
              <a:rPr lang="en-US" dirty="0" err="1"/>
              <a:t>doi</a:t>
            </a:r>
            <a:r>
              <a:rPr lang="en-US" dirty="0"/>
              <a:t>: 10.1186/s40537-024-01059-5.</a:t>
            </a:r>
            <a:endParaRPr lang="en-IN" dirty="0"/>
          </a:p>
          <a:p>
            <a:r>
              <a:rPr lang="en-US" dirty="0"/>
              <a:t>[8] M. A. </a:t>
            </a:r>
            <a:r>
              <a:rPr lang="en-US" dirty="0" err="1"/>
              <a:t>Talukder</a:t>
            </a:r>
            <a:r>
              <a:rPr lang="en-US" dirty="0"/>
              <a:t>, M. Khalid and M. A. </a:t>
            </a:r>
            <a:r>
              <a:rPr lang="en-US" dirty="0" err="1"/>
              <a:t>Uddin</a:t>
            </a:r>
            <a:r>
              <a:rPr lang="en-US" dirty="0"/>
              <a:t>, An integrated multistage ensemble machine learning model for fraudulent transaction detection, Journal of Big Data, vol. 11, art. 168, 2024. </a:t>
            </a:r>
            <a:r>
              <a:rPr lang="en-US" dirty="0" err="1"/>
              <a:t>doi</a:t>
            </a:r>
            <a:r>
              <a:rPr lang="en-US" dirty="0"/>
              <a:t>: 10.1186/s40537-024-00996-5.</a:t>
            </a:r>
            <a:endParaRPr lang="en-IN" dirty="0"/>
          </a:p>
          <a:p>
            <a:r>
              <a:rPr lang="en-US" dirty="0"/>
              <a:t>[9] Z. </a:t>
            </a:r>
            <a:r>
              <a:rPr lang="en-US" dirty="0" err="1"/>
              <a:t>Salekshahrezaee</a:t>
            </a:r>
            <a:r>
              <a:rPr lang="en-US" dirty="0"/>
              <a:t>, J. L. </a:t>
            </a:r>
            <a:r>
              <a:rPr lang="en-US" dirty="0" err="1"/>
              <a:t>Leevy</a:t>
            </a:r>
            <a:r>
              <a:rPr lang="en-US" dirty="0"/>
              <a:t> and T. M. </a:t>
            </a:r>
            <a:r>
              <a:rPr lang="en-US" dirty="0" err="1"/>
              <a:t>Khoshgoftaar</a:t>
            </a:r>
            <a:r>
              <a:rPr lang="en-US" dirty="0"/>
              <a:t>, The effect of feature extraction and data sampling on credit card fraud detection, Journal of Big Data, vol. 10, art. 6, 2023. </a:t>
            </a:r>
            <a:r>
              <a:rPr lang="en-US" dirty="0" err="1"/>
              <a:t>doi</a:t>
            </a:r>
            <a:r>
              <a:rPr lang="en-US" dirty="0"/>
              <a:t>: 10.1186/s40537-023-00684-w.</a:t>
            </a:r>
            <a:endParaRPr lang="en-IN" dirty="0"/>
          </a:p>
          <a:p>
            <a:endParaRPr lang="en-IN" dirty="0"/>
          </a:p>
        </p:txBody>
      </p:sp>
    </p:spTree>
    <p:extLst>
      <p:ext uri="{BB962C8B-B14F-4D97-AF65-F5344CB8AC3E}">
        <p14:creationId xmlns:p14="http://schemas.microsoft.com/office/powerpoint/2010/main" val="3481278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54</TotalTime>
  <Words>2171</Words>
  <Application>Microsoft Office PowerPoint</Application>
  <PresentationFormat>Custom</PresentationFormat>
  <Paragraphs>132</Paragraphs>
  <Slides>13</Slides>
  <Notes>10</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Office Theme</vt:lpstr>
      <vt:lpstr>PowerPoint Presentation</vt:lpstr>
      <vt:lpstr>Outline</vt:lpstr>
      <vt:lpstr>Context</vt:lpstr>
      <vt:lpstr>Problem Statement - WHY</vt:lpstr>
      <vt:lpstr>Objective - WHAT</vt:lpstr>
      <vt:lpstr>Methodology - HOW</vt:lpstr>
      <vt:lpstr>Software and Hardware Requirements</vt:lpstr>
      <vt:lpstr>Selection of Machine Learning Models</vt:lpstr>
      <vt:lpstr>Progress and Next Steps</vt:lpstr>
      <vt:lpstr>Literature Review</vt:lpstr>
      <vt:lpstr>Expected Contribution</vt:lpstr>
      <vt:lpstr>Conclusion</vt:lpstr>
      <vt:lpstr>References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revision>233</cp:revision>
  <dcterms:created xsi:type="dcterms:W3CDTF">2024-06-20T10:19:17Z</dcterms:created>
  <dcterms:modified xsi:type="dcterms:W3CDTF">2026-08-07T07:50:30Z</dcterms:modified>
</cp:coreProperties>
</file>